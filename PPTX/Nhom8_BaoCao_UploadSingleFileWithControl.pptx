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100" b="1" i="0">
                <a:solidFill>
                  <a:srgbClr val="2B578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171D2B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100" b="1" i="0">
                <a:solidFill>
                  <a:srgbClr val="2B578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171D2B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8FC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0"/>
            <a:ext cx="5457825" cy="10286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100" b="1" i="0">
                <a:solidFill>
                  <a:srgbClr val="2B578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100" b="1" i="0">
                <a:solidFill>
                  <a:srgbClr val="2B578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8F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78785" y="1171892"/>
            <a:ext cx="6555105" cy="1261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100" b="1" i="0">
                <a:solidFill>
                  <a:srgbClr val="2B578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4572" y="3529393"/>
            <a:ext cx="9937115" cy="3653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171D2B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Relationship Id="rId34" Type="http://schemas.openxmlformats.org/officeDocument/2006/relationships/image" Target="../media/image34.png"/><Relationship Id="rId35" Type="http://schemas.openxmlformats.org/officeDocument/2006/relationships/image" Target="../media/image35.png"/><Relationship Id="rId36" Type="http://schemas.openxmlformats.org/officeDocument/2006/relationships/image" Target="../media/image36.png"/><Relationship Id="rId37" Type="http://schemas.openxmlformats.org/officeDocument/2006/relationships/image" Target="../media/image37.png"/><Relationship Id="rId38" Type="http://schemas.openxmlformats.org/officeDocument/2006/relationships/image" Target="../media/image38.png"/><Relationship Id="rId39" Type="http://schemas.openxmlformats.org/officeDocument/2006/relationships/image" Target="../media/image39.png"/><Relationship Id="rId40" Type="http://schemas.openxmlformats.org/officeDocument/2006/relationships/image" Target="../media/image40.png"/><Relationship Id="rId41" Type="http://schemas.openxmlformats.org/officeDocument/2006/relationships/image" Target="../media/image41.png"/><Relationship Id="rId42" Type="http://schemas.openxmlformats.org/officeDocument/2006/relationships/image" Target="../media/image42.png"/><Relationship Id="rId43" Type="http://schemas.openxmlformats.org/officeDocument/2006/relationships/image" Target="../media/image43.png"/><Relationship Id="rId44" Type="http://schemas.openxmlformats.org/officeDocument/2006/relationships/image" Target="../media/image44.png"/><Relationship Id="rId45" Type="http://schemas.openxmlformats.org/officeDocument/2006/relationships/image" Target="../media/image4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jp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jp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jp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Relationship Id="rId15" Type="http://schemas.openxmlformats.org/officeDocument/2006/relationships/image" Target="../media/image75.png"/><Relationship Id="rId16" Type="http://schemas.openxmlformats.org/officeDocument/2006/relationships/image" Target="../media/image76.png"/><Relationship Id="rId17" Type="http://schemas.openxmlformats.org/officeDocument/2006/relationships/image" Target="../media/image77.png"/><Relationship Id="rId18" Type="http://schemas.openxmlformats.org/officeDocument/2006/relationships/image" Target="../media/image7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7.png"/><Relationship Id="rId14" Type="http://schemas.openxmlformats.org/officeDocument/2006/relationships/image" Target="../media/image7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10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jp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4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Relationship Id="rId10" Type="http://schemas.openxmlformats.org/officeDocument/2006/relationships/image" Target="../media/image118.png"/><Relationship Id="rId11" Type="http://schemas.openxmlformats.org/officeDocument/2006/relationships/image" Target="../media/image119.png"/><Relationship Id="rId12" Type="http://schemas.openxmlformats.org/officeDocument/2006/relationships/image" Target="../media/image120.png"/><Relationship Id="rId13" Type="http://schemas.openxmlformats.org/officeDocument/2006/relationships/image" Target="../media/image12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Relationship Id="rId9" Type="http://schemas.openxmlformats.org/officeDocument/2006/relationships/image" Target="../media/image118.png"/><Relationship Id="rId10" Type="http://schemas.openxmlformats.org/officeDocument/2006/relationships/image" Target="../media/image119.png"/><Relationship Id="rId11" Type="http://schemas.openxmlformats.org/officeDocument/2006/relationships/image" Target="../media/image124.png"/><Relationship Id="rId12" Type="http://schemas.openxmlformats.org/officeDocument/2006/relationships/image" Target="../media/image12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3" Type="http://schemas.openxmlformats.org/officeDocument/2006/relationships/image" Target="../media/image127.png"/><Relationship Id="rId4" Type="http://schemas.openxmlformats.org/officeDocument/2006/relationships/image" Target="../media/image128.png"/><Relationship Id="rId5" Type="http://schemas.openxmlformats.org/officeDocument/2006/relationships/image" Target="../media/image129.png"/><Relationship Id="rId6" Type="http://schemas.openxmlformats.org/officeDocument/2006/relationships/image" Target="../media/image130.png"/><Relationship Id="rId7" Type="http://schemas.openxmlformats.org/officeDocument/2006/relationships/image" Target="../media/image13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jpg"/><Relationship Id="rId6" Type="http://schemas.openxmlformats.org/officeDocument/2006/relationships/image" Target="../media/image136.png"/><Relationship Id="rId7" Type="http://schemas.openxmlformats.org/officeDocument/2006/relationships/image" Target="../media/image137.png"/><Relationship Id="rId8" Type="http://schemas.openxmlformats.org/officeDocument/2006/relationships/image" Target="../media/image138.png"/><Relationship Id="rId9" Type="http://schemas.openxmlformats.org/officeDocument/2006/relationships/image" Target="../media/image139.png"/><Relationship Id="rId10" Type="http://schemas.openxmlformats.org/officeDocument/2006/relationships/image" Target="../media/image140.png"/><Relationship Id="rId11" Type="http://schemas.openxmlformats.org/officeDocument/2006/relationships/image" Target="../media/image14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jp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Relationship Id="rId9" Type="http://schemas.openxmlformats.org/officeDocument/2006/relationships/image" Target="../media/image148.png"/><Relationship Id="rId10" Type="http://schemas.openxmlformats.org/officeDocument/2006/relationships/image" Target="../media/image149.png"/><Relationship Id="rId11" Type="http://schemas.openxmlformats.org/officeDocument/2006/relationships/image" Target="../media/image150.png"/><Relationship Id="rId12" Type="http://schemas.openxmlformats.org/officeDocument/2006/relationships/image" Target="../media/image15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2.png"/><Relationship Id="rId3" Type="http://schemas.openxmlformats.org/officeDocument/2006/relationships/image" Target="../media/image153.jpg"/><Relationship Id="rId4" Type="http://schemas.openxmlformats.org/officeDocument/2006/relationships/image" Target="../media/image154.png"/><Relationship Id="rId5" Type="http://schemas.openxmlformats.org/officeDocument/2006/relationships/image" Target="../media/image155.png"/><Relationship Id="rId6" Type="http://schemas.openxmlformats.org/officeDocument/2006/relationships/image" Target="../media/image15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Relationship Id="rId4" Type="http://schemas.openxmlformats.org/officeDocument/2006/relationships/image" Target="../media/image159.png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Relationship Id="rId8" Type="http://schemas.openxmlformats.org/officeDocument/2006/relationships/image" Target="../media/image163.png"/><Relationship Id="rId9" Type="http://schemas.openxmlformats.org/officeDocument/2006/relationships/image" Target="../media/image164.png"/><Relationship Id="rId10" Type="http://schemas.openxmlformats.org/officeDocument/2006/relationships/image" Target="../media/image16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6.png"/><Relationship Id="rId3" Type="http://schemas.openxmlformats.org/officeDocument/2006/relationships/image" Target="../media/image167.png"/><Relationship Id="rId4" Type="http://schemas.openxmlformats.org/officeDocument/2006/relationships/image" Target="../media/image168.png"/><Relationship Id="rId5" Type="http://schemas.openxmlformats.org/officeDocument/2006/relationships/image" Target="../media/image169.png"/><Relationship Id="rId6" Type="http://schemas.openxmlformats.org/officeDocument/2006/relationships/image" Target="../media/image170.png"/><Relationship Id="rId7" Type="http://schemas.openxmlformats.org/officeDocument/2006/relationships/image" Target="../media/image171.png"/><Relationship Id="rId8" Type="http://schemas.openxmlformats.org/officeDocument/2006/relationships/image" Target="../media/image172.png"/><Relationship Id="rId9" Type="http://schemas.openxmlformats.org/officeDocument/2006/relationships/image" Target="../media/image173.png"/><Relationship Id="rId10" Type="http://schemas.openxmlformats.org/officeDocument/2006/relationships/image" Target="../media/image174.png"/><Relationship Id="rId11" Type="http://schemas.openxmlformats.org/officeDocument/2006/relationships/image" Target="../media/image175.png"/><Relationship Id="rId12" Type="http://schemas.openxmlformats.org/officeDocument/2006/relationships/image" Target="../media/image176.png"/><Relationship Id="rId13" Type="http://schemas.openxmlformats.org/officeDocument/2006/relationships/image" Target="../media/image3.png"/><Relationship Id="rId14" Type="http://schemas.openxmlformats.org/officeDocument/2006/relationships/image" Target="../media/image4.png"/><Relationship Id="rId15" Type="http://schemas.openxmlformats.org/officeDocument/2006/relationships/image" Target="../media/image177.png"/><Relationship Id="rId16" Type="http://schemas.openxmlformats.org/officeDocument/2006/relationships/image" Target="../media/image178.png"/><Relationship Id="rId17" Type="http://schemas.openxmlformats.org/officeDocument/2006/relationships/image" Target="../media/image16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9.png"/><Relationship Id="rId3" Type="http://schemas.openxmlformats.org/officeDocument/2006/relationships/image" Target="../media/image180.png"/><Relationship Id="rId4" Type="http://schemas.openxmlformats.org/officeDocument/2006/relationships/image" Target="../media/image181.png"/><Relationship Id="rId5" Type="http://schemas.openxmlformats.org/officeDocument/2006/relationships/image" Target="../media/image182.png"/><Relationship Id="rId6" Type="http://schemas.openxmlformats.org/officeDocument/2006/relationships/image" Target="../media/image183.png"/><Relationship Id="rId7" Type="http://schemas.openxmlformats.org/officeDocument/2006/relationships/image" Target="../media/image18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9.png"/><Relationship Id="rId3" Type="http://schemas.openxmlformats.org/officeDocument/2006/relationships/image" Target="../media/image180.png"/><Relationship Id="rId4" Type="http://schemas.openxmlformats.org/officeDocument/2006/relationships/image" Target="../media/image181.png"/><Relationship Id="rId5" Type="http://schemas.openxmlformats.org/officeDocument/2006/relationships/image" Target="../media/image182.png"/><Relationship Id="rId6" Type="http://schemas.openxmlformats.org/officeDocument/2006/relationships/image" Target="../media/image183.png"/><Relationship Id="rId7" Type="http://schemas.openxmlformats.org/officeDocument/2006/relationships/image" Target="../media/image184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5.png"/><Relationship Id="rId3" Type="http://schemas.openxmlformats.org/officeDocument/2006/relationships/image" Target="../media/image186.pn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Relationship Id="rId7" Type="http://schemas.openxmlformats.org/officeDocument/2006/relationships/image" Target="../media/image190.png"/><Relationship Id="rId8" Type="http://schemas.openxmlformats.org/officeDocument/2006/relationships/image" Target="../media/image191.png"/><Relationship Id="rId9" Type="http://schemas.openxmlformats.org/officeDocument/2006/relationships/image" Target="../media/image192.png"/><Relationship Id="rId10" Type="http://schemas.openxmlformats.org/officeDocument/2006/relationships/image" Target="../media/image19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944725" y="9153525"/>
            <a:ext cx="695325" cy="600075"/>
            <a:chOff x="14944725" y="9153525"/>
            <a:chExt cx="695325" cy="600075"/>
          </a:xfrm>
        </p:grpSpPr>
        <p:sp>
          <p:nvSpPr>
            <p:cNvPr id="3" name="object 3" descr=""/>
            <p:cNvSpPr/>
            <p:nvPr/>
          </p:nvSpPr>
          <p:spPr>
            <a:xfrm>
              <a:off x="14954250" y="9334499"/>
              <a:ext cx="685800" cy="419100"/>
            </a:xfrm>
            <a:custGeom>
              <a:avLst/>
              <a:gdLst/>
              <a:ahLst/>
              <a:cxnLst/>
              <a:rect l="l" t="t" r="r" b="b"/>
              <a:pathLst>
                <a:path w="685800" h="419100">
                  <a:moveTo>
                    <a:pt x="147066" y="217004"/>
                  </a:moveTo>
                  <a:lnTo>
                    <a:pt x="142875" y="212852"/>
                  </a:lnTo>
                  <a:lnTo>
                    <a:pt x="56896" y="212852"/>
                  </a:lnTo>
                  <a:lnTo>
                    <a:pt x="52832" y="217004"/>
                  </a:lnTo>
                  <a:lnTo>
                    <a:pt x="52832" y="282956"/>
                  </a:lnTo>
                  <a:lnTo>
                    <a:pt x="56896" y="287108"/>
                  </a:lnTo>
                  <a:lnTo>
                    <a:pt x="142875" y="287108"/>
                  </a:lnTo>
                  <a:lnTo>
                    <a:pt x="147066" y="282956"/>
                  </a:lnTo>
                  <a:lnTo>
                    <a:pt x="147066" y="217004"/>
                  </a:lnTo>
                  <a:close/>
                </a:path>
                <a:path w="685800" h="419100">
                  <a:moveTo>
                    <a:pt x="147066" y="110566"/>
                  </a:moveTo>
                  <a:lnTo>
                    <a:pt x="142875" y="106438"/>
                  </a:lnTo>
                  <a:lnTo>
                    <a:pt x="56896" y="106438"/>
                  </a:lnTo>
                  <a:lnTo>
                    <a:pt x="52832" y="110566"/>
                  </a:lnTo>
                  <a:lnTo>
                    <a:pt x="52832" y="176517"/>
                  </a:lnTo>
                  <a:lnTo>
                    <a:pt x="56896" y="180670"/>
                  </a:lnTo>
                  <a:lnTo>
                    <a:pt x="142875" y="180670"/>
                  </a:lnTo>
                  <a:lnTo>
                    <a:pt x="147066" y="176517"/>
                  </a:lnTo>
                  <a:lnTo>
                    <a:pt x="147066" y="110566"/>
                  </a:lnTo>
                  <a:close/>
                </a:path>
                <a:path w="685800" h="419100">
                  <a:moveTo>
                    <a:pt x="282448" y="110566"/>
                  </a:moveTo>
                  <a:lnTo>
                    <a:pt x="278257" y="106438"/>
                  </a:lnTo>
                  <a:lnTo>
                    <a:pt x="192278" y="106438"/>
                  </a:lnTo>
                  <a:lnTo>
                    <a:pt x="188214" y="110566"/>
                  </a:lnTo>
                  <a:lnTo>
                    <a:pt x="188214" y="176517"/>
                  </a:lnTo>
                  <a:lnTo>
                    <a:pt x="192278" y="180670"/>
                  </a:lnTo>
                  <a:lnTo>
                    <a:pt x="278257" y="180670"/>
                  </a:lnTo>
                  <a:lnTo>
                    <a:pt x="282448" y="176517"/>
                  </a:lnTo>
                  <a:lnTo>
                    <a:pt x="282448" y="110566"/>
                  </a:lnTo>
                  <a:close/>
                </a:path>
                <a:path w="685800" h="419100">
                  <a:moveTo>
                    <a:pt x="363601" y="369468"/>
                  </a:moveTo>
                  <a:lnTo>
                    <a:pt x="354076" y="356641"/>
                  </a:lnTo>
                  <a:lnTo>
                    <a:pt x="349504" y="349656"/>
                  </a:lnTo>
                  <a:lnTo>
                    <a:pt x="343789" y="339496"/>
                  </a:lnTo>
                  <a:lnTo>
                    <a:pt x="340741" y="337756"/>
                  </a:lnTo>
                  <a:lnTo>
                    <a:pt x="27559" y="337756"/>
                  </a:lnTo>
                  <a:lnTo>
                    <a:pt x="7747" y="329679"/>
                  </a:lnTo>
                  <a:lnTo>
                    <a:pt x="0" y="309943"/>
                  </a:lnTo>
                  <a:lnTo>
                    <a:pt x="0" y="350393"/>
                  </a:lnTo>
                  <a:lnTo>
                    <a:pt x="2159" y="361238"/>
                  </a:lnTo>
                  <a:lnTo>
                    <a:pt x="8128" y="370078"/>
                  </a:lnTo>
                  <a:lnTo>
                    <a:pt x="16891" y="376047"/>
                  </a:lnTo>
                  <a:lnTo>
                    <a:pt x="27559" y="378231"/>
                  </a:lnTo>
                  <a:lnTo>
                    <a:pt x="359410" y="378231"/>
                  </a:lnTo>
                  <a:lnTo>
                    <a:pt x="363601" y="369468"/>
                  </a:lnTo>
                  <a:close/>
                </a:path>
                <a:path w="685800" h="419100">
                  <a:moveTo>
                    <a:pt x="372999" y="112128"/>
                  </a:moveTo>
                  <a:lnTo>
                    <a:pt x="370459" y="106438"/>
                  </a:lnTo>
                  <a:lnTo>
                    <a:pt x="327660" y="106438"/>
                  </a:lnTo>
                  <a:lnTo>
                    <a:pt x="323596" y="110566"/>
                  </a:lnTo>
                  <a:lnTo>
                    <a:pt x="323596" y="177507"/>
                  </a:lnTo>
                  <a:lnTo>
                    <a:pt x="331978" y="178854"/>
                  </a:lnTo>
                  <a:lnTo>
                    <a:pt x="334137" y="173304"/>
                  </a:lnTo>
                  <a:lnTo>
                    <a:pt x="341249" y="157695"/>
                  </a:lnTo>
                  <a:lnTo>
                    <a:pt x="349504" y="142824"/>
                  </a:lnTo>
                  <a:lnTo>
                    <a:pt x="359029" y="128803"/>
                  </a:lnTo>
                  <a:lnTo>
                    <a:pt x="369697" y="115684"/>
                  </a:lnTo>
                  <a:lnTo>
                    <a:pt x="372999" y="112128"/>
                  </a:lnTo>
                  <a:close/>
                </a:path>
                <a:path w="685800" h="419100">
                  <a:moveTo>
                    <a:pt x="417830" y="4140"/>
                  </a:moveTo>
                  <a:lnTo>
                    <a:pt x="413766" y="0"/>
                  </a:lnTo>
                  <a:lnTo>
                    <a:pt x="327660" y="0"/>
                  </a:lnTo>
                  <a:lnTo>
                    <a:pt x="323596" y="4140"/>
                  </a:lnTo>
                  <a:lnTo>
                    <a:pt x="323596" y="70091"/>
                  </a:lnTo>
                  <a:lnTo>
                    <a:pt x="327660" y="74256"/>
                  </a:lnTo>
                  <a:lnTo>
                    <a:pt x="413766" y="74256"/>
                  </a:lnTo>
                  <a:lnTo>
                    <a:pt x="417830" y="70091"/>
                  </a:lnTo>
                  <a:lnTo>
                    <a:pt x="417830" y="4140"/>
                  </a:lnTo>
                  <a:close/>
                </a:path>
                <a:path w="685800" h="419100">
                  <a:moveTo>
                    <a:pt x="553212" y="4140"/>
                  </a:moveTo>
                  <a:lnTo>
                    <a:pt x="549021" y="0"/>
                  </a:lnTo>
                  <a:lnTo>
                    <a:pt x="463042" y="0"/>
                  </a:lnTo>
                  <a:lnTo>
                    <a:pt x="458978" y="4140"/>
                  </a:lnTo>
                  <a:lnTo>
                    <a:pt x="458978" y="52527"/>
                  </a:lnTo>
                  <a:lnTo>
                    <a:pt x="464439" y="56908"/>
                  </a:lnTo>
                  <a:lnTo>
                    <a:pt x="470154" y="55549"/>
                  </a:lnTo>
                  <a:lnTo>
                    <a:pt x="480949" y="53352"/>
                  </a:lnTo>
                  <a:lnTo>
                    <a:pt x="491871" y="51739"/>
                  </a:lnTo>
                  <a:lnTo>
                    <a:pt x="503047" y="50774"/>
                  </a:lnTo>
                  <a:lnTo>
                    <a:pt x="514350" y="50444"/>
                  </a:lnTo>
                  <a:lnTo>
                    <a:pt x="521589" y="50571"/>
                  </a:lnTo>
                  <a:lnTo>
                    <a:pt x="528701" y="50977"/>
                  </a:lnTo>
                  <a:lnTo>
                    <a:pt x="537083" y="51739"/>
                  </a:lnTo>
                  <a:lnTo>
                    <a:pt x="536702" y="51739"/>
                  </a:lnTo>
                  <a:lnTo>
                    <a:pt x="548259" y="53352"/>
                  </a:lnTo>
                  <a:lnTo>
                    <a:pt x="553212" y="48996"/>
                  </a:lnTo>
                  <a:lnTo>
                    <a:pt x="553212" y="4140"/>
                  </a:lnTo>
                  <a:close/>
                </a:path>
                <a:path w="685800" h="419100">
                  <a:moveTo>
                    <a:pt x="685419" y="246100"/>
                  </a:moveTo>
                  <a:lnTo>
                    <a:pt x="679323" y="200240"/>
                  </a:lnTo>
                  <a:lnTo>
                    <a:pt x="662051" y="159054"/>
                  </a:lnTo>
                  <a:lnTo>
                    <a:pt x="635254" y="124155"/>
                  </a:lnTo>
                  <a:lnTo>
                    <a:pt x="600710" y="97180"/>
                  </a:lnTo>
                  <a:lnTo>
                    <a:pt x="559816" y="79794"/>
                  </a:lnTo>
                  <a:lnTo>
                    <a:pt x="514350" y="73634"/>
                  </a:lnTo>
                  <a:lnTo>
                    <a:pt x="468884" y="79794"/>
                  </a:lnTo>
                  <a:lnTo>
                    <a:pt x="427990" y="97180"/>
                  </a:lnTo>
                  <a:lnTo>
                    <a:pt x="393319" y="124155"/>
                  </a:lnTo>
                  <a:lnTo>
                    <a:pt x="366649" y="159054"/>
                  </a:lnTo>
                  <a:lnTo>
                    <a:pt x="349377" y="200240"/>
                  </a:lnTo>
                  <a:lnTo>
                    <a:pt x="343281" y="246100"/>
                  </a:lnTo>
                  <a:lnTo>
                    <a:pt x="349377" y="291947"/>
                  </a:lnTo>
                  <a:lnTo>
                    <a:pt x="366649" y="333146"/>
                  </a:lnTo>
                  <a:lnTo>
                    <a:pt x="393319" y="368046"/>
                  </a:lnTo>
                  <a:lnTo>
                    <a:pt x="427990" y="395020"/>
                  </a:lnTo>
                  <a:lnTo>
                    <a:pt x="468884" y="412407"/>
                  </a:lnTo>
                  <a:lnTo>
                    <a:pt x="514350" y="418553"/>
                  </a:lnTo>
                  <a:lnTo>
                    <a:pt x="559816" y="412407"/>
                  </a:lnTo>
                  <a:lnTo>
                    <a:pt x="600710" y="395020"/>
                  </a:lnTo>
                  <a:lnTo>
                    <a:pt x="635254" y="368046"/>
                  </a:lnTo>
                  <a:lnTo>
                    <a:pt x="662051" y="333146"/>
                  </a:lnTo>
                  <a:lnTo>
                    <a:pt x="679323" y="291947"/>
                  </a:lnTo>
                  <a:lnTo>
                    <a:pt x="685419" y="246100"/>
                  </a:lnTo>
                  <a:close/>
                </a:path>
              </a:pathLst>
            </a:custGeom>
            <a:solidFill>
              <a:srgbClr val="FFB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944725" y="9196654"/>
              <a:ext cx="623570" cy="481330"/>
            </a:xfrm>
            <a:custGeom>
              <a:avLst/>
              <a:gdLst/>
              <a:ahLst/>
              <a:cxnLst/>
              <a:rect l="l" t="t" r="r" b="b"/>
              <a:pathLst>
                <a:path w="623569" h="481329">
                  <a:moveTo>
                    <a:pt x="299974" y="351358"/>
                  </a:moveTo>
                  <a:lnTo>
                    <a:pt x="292481" y="343750"/>
                  </a:lnTo>
                  <a:lnTo>
                    <a:pt x="285115" y="343750"/>
                  </a:lnTo>
                  <a:lnTo>
                    <a:pt x="285115" y="358978"/>
                  </a:lnTo>
                  <a:lnTo>
                    <a:pt x="285115" y="416052"/>
                  </a:lnTo>
                  <a:lnTo>
                    <a:pt x="284353" y="417322"/>
                  </a:lnTo>
                  <a:lnTo>
                    <a:pt x="205740" y="417322"/>
                  </a:lnTo>
                  <a:lnTo>
                    <a:pt x="204851" y="416052"/>
                  </a:lnTo>
                  <a:lnTo>
                    <a:pt x="204851" y="358978"/>
                  </a:lnTo>
                  <a:lnTo>
                    <a:pt x="205740" y="357708"/>
                  </a:lnTo>
                  <a:lnTo>
                    <a:pt x="284353" y="357708"/>
                  </a:lnTo>
                  <a:lnTo>
                    <a:pt x="285115" y="358978"/>
                  </a:lnTo>
                  <a:lnTo>
                    <a:pt x="285115" y="343750"/>
                  </a:lnTo>
                  <a:lnTo>
                    <a:pt x="197485" y="343750"/>
                  </a:lnTo>
                  <a:lnTo>
                    <a:pt x="189992" y="351358"/>
                  </a:lnTo>
                  <a:lnTo>
                    <a:pt x="189992" y="423659"/>
                  </a:lnTo>
                  <a:lnTo>
                    <a:pt x="197485" y="431279"/>
                  </a:lnTo>
                  <a:lnTo>
                    <a:pt x="292481" y="431279"/>
                  </a:lnTo>
                  <a:lnTo>
                    <a:pt x="299974" y="423659"/>
                  </a:lnTo>
                  <a:lnTo>
                    <a:pt x="299974" y="417322"/>
                  </a:lnTo>
                  <a:lnTo>
                    <a:pt x="299974" y="357708"/>
                  </a:lnTo>
                  <a:lnTo>
                    <a:pt x="299974" y="351358"/>
                  </a:lnTo>
                  <a:close/>
                </a:path>
                <a:path w="623569" h="481329">
                  <a:moveTo>
                    <a:pt x="623570" y="83718"/>
                  </a:moveTo>
                  <a:lnTo>
                    <a:pt x="14859" y="83718"/>
                  </a:lnTo>
                  <a:lnTo>
                    <a:pt x="14859" y="34251"/>
                  </a:lnTo>
                  <a:lnTo>
                    <a:pt x="16510" y="26631"/>
                  </a:lnTo>
                  <a:lnTo>
                    <a:pt x="20828" y="20294"/>
                  </a:lnTo>
                  <a:lnTo>
                    <a:pt x="27305" y="15214"/>
                  </a:lnTo>
                  <a:lnTo>
                    <a:pt x="35306" y="13957"/>
                  </a:lnTo>
                  <a:lnTo>
                    <a:pt x="616077" y="13957"/>
                  </a:lnTo>
                  <a:lnTo>
                    <a:pt x="613283" y="10147"/>
                  </a:lnTo>
                  <a:lnTo>
                    <a:pt x="601980" y="2540"/>
                  </a:lnTo>
                  <a:lnTo>
                    <a:pt x="588264" y="0"/>
                  </a:lnTo>
                  <a:lnTo>
                    <a:pt x="35306" y="0"/>
                  </a:lnTo>
                  <a:lnTo>
                    <a:pt x="21590" y="2540"/>
                  </a:lnTo>
                  <a:lnTo>
                    <a:pt x="10414" y="10147"/>
                  </a:lnTo>
                  <a:lnTo>
                    <a:pt x="2794" y="20294"/>
                  </a:lnTo>
                  <a:lnTo>
                    <a:pt x="0" y="34251"/>
                  </a:lnTo>
                  <a:lnTo>
                    <a:pt x="0" y="446493"/>
                  </a:lnTo>
                  <a:lnTo>
                    <a:pt x="2794" y="460451"/>
                  </a:lnTo>
                  <a:lnTo>
                    <a:pt x="10414" y="470598"/>
                  </a:lnTo>
                  <a:lnTo>
                    <a:pt x="21590" y="478205"/>
                  </a:lnTo>
                  <a:lnTo>
                    <a:pt x="35306" y="480745"/>
                  </a:lnTo>
                  <a:lnTo>
                    <a:pt x="357759" y="480745"/>
                  </a:lnTo>
                  <a:lnTo>
                    <a:pt x="361061" y="478205"/>
                  </a:lnTo>
                  <a:lnTo>
                    <a:pt x="361061" y="470598"/>
                  </a:lnTo>
                  <a:lnTo>
                    <a:pt x="357759" y="466788"/>
                  </a:lnTo>
                  <a:lnTo>
                    <a:pt x="35306" y="466788"/>
                  </a:lnTo>
                  <a:lnTo>
                    <a:pt x="27305" y="465518"/>
                  </a:lnTo>
                  <a:lnTo>
                    <a:pt x="20828" y="460451"/>
                  </a:lnTo>
                  <a:lnTo>
                    <a:pt x="16510" y="454113"/>
                  </a:lnTo>
                  <a:lnTo>
                    <a:pt x="14859" y="446493"/>
                  </a:lnTo>
                  <a:lnTo>
                    <a:pt x="14859" y="97663"/>
                  </a:lnTo>
                  <a:lnTo>
                    <a:pt x="623570" y="97663"/>
                  </a:lnTo>
                  <a:lnTo>
                    <a:pt x="623570" y="83718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64027" y="9451606"/>
              <a:ext cx="137667" cy="13573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4994890" y="9153524"/>
              <a:ext cx="573405" cy="265430"/>
            </a:xfrm>
            <a:custGeom>
              <a:avLst/>
              <a:gdLst/>
              <a:ahLst/>
              <a:cxnLst/>
              <a:rect l="l" t="t" r="r" b="b"/>
              <a:pathLst>
                <a:path w="573405" h="265429">
                  <a:moveTo>
                    <a:pt x="35687" y="87528"/>
                  </a:moveTo>
                  <a:lnTo>
                    <a:pt x="32258" y="84988"/>
                  </a:lnTo>
                  <a:lnTo>
                    <a:pt x="20828" y="84988"/>
                  </a:lnTo>
                  <a:lnTo>
                    <a:pt x="14859" y="78638"/>
                  </a:lnTo>
                  <a:lnTo>
                    <a:pt x="14859" y="57086"/>
                  </a:lnTo>
                  <a:lnTo>
                    <a:pt x="0" y="57086"/>
                  </a:lnTo>
                  <a:lnTo>
                    <a:pt x="0" y="71031"/>
                  </a:lnTo>
                  <a:lnTo>
                    <a:pt x="2286" y="82448"/>
                  </a:lnTo>
                  <a:lnTo>
                    <a:pt x="8255" y="91325"/>
                  </a:lnTo>
                  <a:lnTo>
                    <a:pt x="17272" y="96405"/>
                  </a:lnTo>
                  <a:lnTo>
                    <a:pt x="28194" y="98933"/>
                  </a:lnTo>
                  <a:lnTo>
                    <a:pt x="32258" y="98933"/>
                  </a:lnTo>
                  <a:lnTo>
                    <a:pt x="35687" y="96405"/>
                  </a:lnTo>
                  <a:lnTo>
                    <a:pt x="35687" y="87528"/>
                  </a:lnTo>
                  <a:close/>
                </a:path>
                <a:path w="573405" h="265429">
                  <a:moveTo>
                    <a:pt x="56388" y="27901"/>
                  </a:moveTo>
                  <a:lnTo>
                    <a:pt x="54229" y="17754"/>
                  </a:lnTo>
                  <a:lnTo>
                    <a:pt x="52451" y="15214"/>
                  </a:lnTo>
                  <a:lnTo>
                    <a:pt x="48133" y="8877"/>
                  </a:lnTo>
                  <a:lnTo>
                    <a:pt x="39116" y="2540"/>
                  </a:lnTo>
                  <a:lnTo>
                    <a:pt x="28194" y="0"/>
                  </a:lnTo>
                  <a:lnTo>
                    <a:pt x="17272" y="2540"/>
                  </a:lnTo>
                  <a:lnTo>
                    <a:pt x="8255" y="8877"/>
                  </a:lnTo>
                  <a:lnTo>
                    <a:pt x="2286" y="17754"/>
                  </a:lnTo>
                  <a:lnTo>
                    <a:pt x="0" y="27901"/>
                  </a:lnTo>
                  <a:lnTo>
                    <a:pt x="0" y="43129"/>
                  </a:lnTo>
                  <a:lnTo>
                    <a:pt x="14859" y="43129"/>
                  </a:lnTo>
                  <a:lnTo>
                    <a:pt x="14859" y="21564"/>
                  </a:lnTo>
                  <a:lnTo>
                    <a:pt x="20828" y="15214"/>
                  </a:lnTo>
                  <a:lnTo>
                    <a:pt x="35560" y="15214"/>
                  </a:lnTo>
                  <a:lnTo>
                    <a:pt x="41529" y="21564"/>
                  </a:lnTo>
                  <a:lnTo>
                    <a:pt x="41529" y="43129"/>
                  </a:lnTo>
                  <a:lnTo>
                    <a:pt x="56388" y="43129"/>
                  </a:lnTo>
                  <a:lnTo>
                    <a:pt x="56388" y="27901"/>
                  </a:lnTo>
                  <a:close/>
                </a:path>
                <a:path w="573405" h="265429">
                  <a:moveTo>
                    <a:pt x="113157" y="183921"/>
                  </a:moveTo>
                  <a:lnTo>
                    <a:pt x="105664" y="176314"/>
                  </a:lnTo>
                  <a:lnTo>
                    <a:pt x="98298" y="176314"/>
                  </a:lnTo>
                  <a:lnTo>
                    <a:pt x="98298" y="191541"/>
                  </a:lnTo>
                  <a:lnTo>
                    <a:pt x="98298" y="248615"/>
                  </a:lnTo>
                  <a:lnTo>
                    <a:pt x="97536" y="249885"/>
                  </a:lnTo>
                  <a:lnTo>
                    <a:pt x="18796" y="249885"/>
                  </a:lnTo>
                  <a:lnTo>
                    <a:pt x="18034" y="248615"/>
                  </a:lnTo>
                  <a:lnTo>
                    <a:pt x="18034" y="191541"/>
                  </a:lnTo>
                  <a:lnTo>
                    <a:pt x="98298" y="191541"/>
                  </a:lnTo>
                  <a:lnTo>
                    <a:pt x="98298" y="176314"/>
                  </a:lnTo>
                  <a:lnTo>
                    <a:pt x="10668" y="176314"/>
                  </a:lnTo>
                  <a:lnTo>
                    <a:pt x="3175" y="183921"/>
                  </a:lnTo>
                  <a:lnTo>
                    <a:pt x="3175" y="257492"/>
                  </a:lnTo>
                  <a:lnTo>
                    <a:pt x="10668" y="265112"/>
                  </a:lnTo>
                  <a:lnTo>
                    <a:pt x="105664" y="265112"/>
                  </a:lnTo>
                  <a:lnTo>
                    <a:pt x="113157" y="257492"/>
                  </a:lnTo>
                  <a:lnTo>
                    <a:pt x="113157" y="249885"/>
                  </a:lnTo>
                  <a:lnTo>
                    <a:pt x="113157" y="191541"/>
                  </a:lnTo>
                  <a:lnTo>
                    <a:pt x="113157" y="183921"/>
                  </a:lnTo>
                  <a:close/>
                </a:path>
                <a:path w="573405" h="265429">
                  <a:moveTo>
                    <a:pt x="152400" y="87528"/>
                  </a:moveTo>
                  <a:lnTo>
                    <a:pt x="148971" y="84988"/>
                  </a:lnTo>
                  <a:lnTo>
                    <a:pt x="137541" y="84988"/>
                  </a:lnTo>
                  <a:lnTo>
                    <a:pt x="131572" y="78638"/>
                  </a:lnTo>
                  <a:lnTo>
                    <a:pt x="131572" y="57086"/>
                  </a:lnTo>
                  <a:lnTo>
                    <a:pt x="116713" y="57086"/>
                  </a:lnTo>
                  <a:lnTo>
                    <a:pt x="116713" y="71031"/>
                  </a:lnTo>
                  <a:lnTo>
                    <a:pt x="118999" y="82448"/>
                  </a:lnTo>
                  <a:lnTo>
                    <a:pt x="124968" y="91325"/>
                  </a:lnTo>
                  <a:lnTo>
                    <a:pt x="133985" y="96405"/>
                  </a:lnTo>
                  <a:lnTo>
                    <a:pt x="144907" y="98933"/>
                  </a:lnTo>
                  <a:lnTo>
                    <a:pt x="148971" y="98933"/>
                  </a:lnTo>
                  <a:lnTo>
                    <a:pt x="152400" y="96405"/>
                  </a:lnTo>
                  <a:lnTo>
                    <a:pt x="152400" y="87528"/>
                  </a:lnTo>
                  <a:close/>
                </a:path>
                <a:path w="573405" h="265429">
                  <a:moveTo>
                    <a:pt x="173101" y="27901"/>
                  </a:moveTo>
                  <a:lnTo>
                    <a:pt x="170942" y="17754"/>
                  </a:lnTo>
                  <a:lnTo>
                    <a:pt x="169164" y="15214"/>
                  </a:lnTo>
                  <a:lnTo>
                    <a:pt x="164846" y="8877"/>
                  </a:lnTo>
                  <a:lnTo>
                    <a:pt x="155829" y="2540"/>
                  </a:lnTo>
                  <a:lnTo>
                    <a:pt x="144907" y="0"/>
                  </a:lnTo>
                  <a:lnTo>
                    <a:pt x="133985" y="2540"/>
                  </a:lnTo>
                  <a:lnTo>
                    <a:pt x="124968" y="8877"/>
                  </a:lnTo>
                  <a:lnTo>
                    <a:pt x="118999" y="17754"/>
                  </a:lnTo>
                  <a:lnTo>
                    <a:pt x="116713" y="27901"/>
                  </a:lnTo>
                  <a:lnTo>
                    <a:pt x="116713" y="43129"/>
                  </a:lnTo>
                  <a:lnTo>
                    <a:pt x="131572" y="43129"/>
                  </a:lnTo>
                  <a:lnTo>
                    <a:pt x="131572" y="21564"/>
                  </a:lnTo>
                  <a:lnTo>
                    <a:pt x="137541" y="15214"/>
                  </a:lnTo>
                  <a:lnTo>
                    <a:pt x="152273" y="15214"/>
                  </a:lnTo>
                  <a:lnTo>
                    <a:pt x="158242" y="21564"/>
                  </a:lnTo>
                  <a:lnTo>
                    <a:pt x="158242" y="43129"/>
                  </a:lnTo>
                  <a:lnTo>
                    <a:pt x="173101" y="43129"/>
                  </a:lnTo>
                  <a:lnTo>
                    <a:pt x="173101" y="27901"/>
                  </a:lnTo>
                  <a:close/>
                </a:path>
                <a:path w="573405" h="265429">
                  <a:moveTo>
                    <a:pt x="249809" y="183921"/>
                  </a:moveTo>
                  <a:lnTo>
                    <a:pt x="242316" y="176314"/>
                  </a:lnTo>
                  <a:lnTo>
                    <a:pt x="234950" y="176314"/>
                  </a:lnTo>
                  <a:lnTo>
                    <a:pt x="234950" y="191541"/>
                  </a:lnTo>
                  <a:lnTo>
                    <a:pt x="234950" y="248615"/>
                  </a:lnTo>
                  <a:lnTo>
                    <a:pt x="234188" y="249885"/>
                  </a:lnTo>
                  <a:lnTo>
                    <a:pt x="155575" y="249885"/>
                  </a:lnTo>
                  <a:lnTo>
                    <a:pt x="154686" y="248615"/>
                  </a:lnTo>
                  <a:lnTo>
                    <a:pt x="154686" y="191541"/>
                  </a:lnTo>
                  <a:lnTo>
                    <a:pt x="234950" y="191541"/>
                  </a:lnTo>
                  <a:lnTo>
                    <a:pt x="234950" y="176314"/>
                  </a:lnTo>
                  <a:lnTo>
                    <a:pt x="147320" y="176314"/>
                  </a:lnTo>
                  <a:lnTo>
                    <a:pt x="139827" y="183921"/>
                  </a:lnTo>
                  <a:lnTo>
                    <a:pt x="139827" y="257492"/>
                  </a:lnTo>
                  <a:lnTo>
                    <a:pt x="147320" y="265112"/>
                  </a:lnTo>
                  <a:lnTo>
                    <a:pt x="242316" y="265112"/>
                  </a:lnTo>
                  <a:lnTo>
                    <a:pt x="249809" y="257492"/>
                  </a:lnTo>
                  <a:lnTo>
                    <a:pt x="249809" y="249885"/>
                  </a:lnTo>
                  <a:lnTo>
                    <a:pt x="249809" y="191541"/>
                  </a:lnTo>
                  <a:lnTo>
                    <a:pt x="249809" y="183921"/>
                  </a:lnTo>
                  <a:close/>
                </a:path>
                <a:path w="573405" h="265429">
                  <a:moveTo>
                    <a:pt x="269113" y="87528"/>
                  </a:moveTo>
                  <a:lnTo>
                    <a:pt x="265684" y="84988"/>
                  </a:lnTo>
                  <a:lnTo>
                    <a:pt x="254254" y="84988"/>
                  </a:lnTo>
                  <a:lnTo>
                    <a:pt x="248285" y="78638"/>
                  </a:lnTo>
                  <a:lnTo>
                    <a:pt x="248285" y="57086"/>
                  </a:lnTo>
                  <a:lnTo>
                    <a:pt x="233426" y="57086"/>
                  </a:lnTo>
                  <a:lnTo>
                    <a:pt x="233426" y="71031"/>
                  </a:lnTo>
                  <a:lnTo>
                    <a:pt x="235712" y="82448"/>
                  </a:lnTo>
                  <a:lnTo>
                    <a:pt x="241681" y="91325"/>
                  </a:lnTo>
                  <a:lnTo>
                    <a:pt x="250698" y="96405"/>
                  </a:lnTo>
                  <a:lnTo>
                    <a:pt x="261620" y="98933"/>
                  </a:lnTo>
                  <a:lnTo>
                    <a:pt x="265684" y="98933"/>
                  </a:lnTo>
                  <a:lnTo>
                    <a:pt x="269113" y="96405"/>
                  </a:lnTo>
                  <a:lnTo>
                    <a:pt x="269113" y="87528"/>
                  </a:lnTo>
                  <a:close/>
                </a:path>
                <a:path w="573405" h="265429">
                  <a:moveTo>
                    <a:pt x="289814" y="27901"/>
                  </a:moveTo>
                  <a:lnTo>
                    <a:pt x="287655" y="17754"/>
                  </a:lnTo>
                  <a:lnTo>
                    <a:pt x="285877" y="15214"/>
                  </a:lnTo>
                  <a:lnTo>
                    <a:pt x="281559" y="8877"/>
                  </a:lnTo>
                  <a:lnTo>
                    <a:pt x="272542" y="2540"/>
                  </a:lnTo>
                  <a:lnTo>
                    <a:pt x="261620" y="0"/>
                  </a:lnTo>
                  <a:lnTo>
                    <a:pt x="250698" y="2540"/>
                  </a:lnTo>
                  <a:lnTo>
                    <a:pt x="241681" y="8877"/>
                  </a:lnTo>
                  <a:lnTo>
                    <a:pt x="235712" y="17754"/>
                  </a:lnTo>
                  <a:lnTo>
                    <a:pt x="233426" y="27901"/>
                  </a:lnTo>
                  <a:lnTo>
                    <a:pt x="233426" y="43129"/>
                  </a:lnTo>
                  <a:lnTo>
                    <a:pt x="248285" y="43129"/>
                  </a:lnTo>
                  <a:lnTo>
                    <a:pt x="248285" y="21564"/>
                  </a:lnTo>
                  <a:lnTo>
                    <a:pt x="254254" y="15214"/>
                  </a:lnTo>
                  <a:lnTo>
                    <a:pt x="268986" y="15214"/>
                  </a:lnTo>
                  <a:lnTo>
                    <a:pt x="274955" y="21564"/>
                  </a:lnTo>
                  <a:lnTo>
                    <a:pt x="274955" y="43129"/>
                  </a:lnTo>
                  <a:lnTo>
                    <a:pt x="289814" y="43129"/>
                  </a:lnTo>
                  <a:lnTo>
                    <a:pt x="289814" y="27901"/>
                  </a:lnTo>
                  <a:close/>
                </a:path>
                <a:path w="573405" h="265429">
                  <a:moveTo>
                    <a:pt x="385826" y="87528"/>
                  </a:moveTo>
                  <a:lnTo>
                    <a:pt x="382397" y="84988"/>
                  </a:lnTo>
                  <a:lnTo>
                    <a:pt x="370967" y="84988"/>
                  </a:lnTo>
                  <a:lnTo>
                    <a:pt x="364998" y="78638"/>
                  </a:lnTo>
                  <a:lnTo>
                    <a:pt x="364998" y="57086"/>
                  </a:lnTo>
                  <a:lnTo>
                    <a:pt x="350139" y="57086"/>
                  </a:lnTo>
                  <a:lnTo>
                    <a:pt x="350139" y="71031"/>
                  </a:lnTo>
                  <a:lnTo>
                    <a:pt x="352425" y="82448"/>
                  </a:lnTo>
                  <a:lnTo>
                    <a:pt x="358394" y="91325"/>
                  </a:lnTo>
                  <a:lnTo>
                    <a:pt x="367411" y="96405"/>
                  </a:lnTo>
                  <a:lnTo>
                    <a:pt x="378333" y="98933"/>
                  </a:lnTo>
                  <a:lnTo>
                    <a:pt x="382397" y="98933"/>
                  </a:lnTo>
                  <a:lnTo>
                    <a:pt x="385826" y="96405"/>
                  </a:lnTo>
                  <a:lnTo>
                    <a:pt x="385826" y="87528"/>
                  </a:lnTo>
                  <a:close/>
                </a:path>
                <a:path w="573405" h="265429">
                  <a:moveTo>
                    <a:pt x="406527" y="27901"/>
                  </a:moveTo>
                  <a:lnTo>
                    <a:pt x="404368" y="17754"/>
                  </a:lnTo>
                  <a:lnTo>
                    <a:pt x="402590" y="15214"/>
                  </a:lnTo>
                  <a:lnTo>
                    <a:pt x="398272" y="8877"/>
                  </a:lnTo>
                  <a:lnTo>
                    <a:pt x="389255" y="2540"/>
                  </a:lnTo>
                  <a:lnTo>
                    <a:pt x="378333" y="0"/>
                  </a:lnTo>
                  <a:lnTo>
                    <a:pt x="367411" y="2540"/>
                  </a:lnTo>
                  <a:lnTo>
                    <a:pt x="358394" y="8877"/>
                  </a:lnTo>
                  <a:lnTo>
                    <a:pt x="352425" y="17754"/>
                  </a:lnTo>
                  <a:lnTo>
                    <a:pt x="350139" y="27901"/>
                  </a:lnTo>
                  <a:lnTo>
                    <a:pt x="350139" y="43129"/>
                  </a:lnTo>
                  <a:lnTo>
                    <a:pt x="364998" y="43129"/>
                  </a:lnTo>
                  <a:lnTo>
                    <a:pt x="364998" y="21564"/>
                  </a:lnTo>
                  <a:lnTo>
                    <a:pt x="370967" y="15214"/>
                  </a:lnTo>
                  <a:lnTo>
                    <a:pt x="385699" y="15214"/>
                  </a:lnTo>
                  <a:lnTo>
                    <a:pt x="391668" y="21564"/>
                  </a:lnTo>
                  <a:lnTo>
                    <a:pt x="391668" y="43129"/>
                  </a:lnTo>
                  <a:lnTo>
                    <a:pt x="406527" y="43129"/>
                  </a:lnTo>
                  <a:lnTo>
                    <a:pt x="406527" y="27901"/>
                  </a:lnTo>
                  <a:close/>
                </a:path>
                <a:path w="573405" h="265429">
                  <a:moveTo>
                    <a:pt x="502539" y="87528"/>
                  </a:moveTo>
                  <a:lnTo>
                    <a:pt x="499110" y="84988"/>
                  </a:lnTo>
                  <a:lnTo>
                    <a:pt x="487680" y="84988"/>
                  </a:lnTo>
                  <a:lnTo>
                    <a:pt x="481711" y="78638"/>
                  </a:lnTo>
                  <a:lnTo>
                    <a:pt x="481711" y="57086"/>
                  </a:lnTo>
                  <a:lnTo>
                    <a:pt x="466852" y="57086"/>
                  </a:lnTo>
                  <a:lnTo>
                    <a:pt x="466852" y="71031"/>
                  </a:lnTo>
                  <a:lnTo>
                    <a:pt x="469138" y="82448"/>
                  </a:lnTo>
                  <a:lnTo>
                    <a:pt x="475107" y="91325"/>
                  </a:lnTo>
                  <a:lnTo>
                    <a:pt x="484124" y="96405"/>
                  </a:lnTo>
                  <a:lnTo>
                    <a:pt x="495046" y="98933"/>
                  </a:lnTo>
                  <a:lnTo>
                    <a:pt x="499110" y="98933"/>
                  </a:lnTo>
                  <a:lnTo>
                    <a:pt x="502539" y="96405"/>
                  </a:lnTo>
                  <a:lnTo>
                    <a:pt x="502539" y="87528"/>
                  </a:lnTo>
                  <a:close/>
                </a:path>
                <a:path w="573405" h="265429">
                  <a:moveTo>
                    <a:pt x="523240" y="27901"/>
                  </a:moveTo>
                  <a:lnTo>
                    <a:pt x="521081" y="17754"/>
                  </a:lnTo>
                  <a:lnTo>
                    <a:pt x="519303" y="15214"/>
                  </a:lnTo>
                  <a:lnTo>
                    <a:pt x="514985" y="8877"/>
                  </a:lnTo>
                  <a:lnTo>
                    <a:pt x="506095" y="2540"/>
                  </a:lnTo>
                  <a:lnTo>
                    <a:pt x="495046" y="0"/>
                  </a:lnTo>
                  <a:lnTo>
                    <a:pt x="484124" y="2540"/>
                  </a:lnTo>
                  <a:lnTo>
                    <a:pt x="475107" y="8877"/>
                  </a:lnTo>
                  <a:lnTo>
                    <a:pt x="469138" y="17754"/>
                  </a:lnTo>
                  <a:lnTo>
                    <a:pt x="466852" y="27901"/>
                  </a:lnTo>
                  <a:lnTo>
                    <a:pt x="466852" y="43129"/>
                  </a:lnTo>
                  <a:lnTo>
                    <a:pt x="481711" y="43129"/>
                  </a:lnTo>
                  <a:lnTo>
                    <a:pt x="481711" y="21564"/>
                  </a:lnTo>
                  <a:lnTo>
                    <a:pt x="487680" y="15214"/>
                  </a:lnTo>
                  <a:lnTo>
                    <a:pt x="502412" y="15214"/>
                  </a:lnTo>
                  <a:lnTo>
                    <a:pt x="508381" y="21564"/>
                  </a:lnTo>
                  <a:lnTo>
                    <a:pt x="508381" y="43129"/>
                  </a:lnTo>
                  <a:lnTo>
                    <a:pt x="523240" y="43129"/>
                  </a:lnTo>
                  <a:lnTo>
                    <a:pt x="523240" y="27901"/>
                  </a:lnTo>
                  <a:close/>
                </a:path>
                <a:path w="573405" h="265429">
                  <a:moveTo>
                    <a:pt x="573405" y="140335"/>
                  </a:moveTo>
                  <a:lnTo>
                    <a:pt x="558546" y="140335"/>
                  </a:lnTo>
                  <a:lnTo>
                    <a:pt x="558546" y="258445"/>
                  </a:lnTo>
                  <a:lnTo>
                    <a:pt x="559917" y="258445"/>
                  </a:lnTo>
                  <a:lnTo>
                    <a:pt x="559917" y="262255"/>
                  </a:lnTo>
                  <a:lnTo>
                    <a:pt x="572020" y="262255"/>
                  </a:lnTo>
                  <a:lnTo>
                    <a:pt x="572020" y="258445"/>
                  </a:lnTo>
                  <a:lnTo>
                    <a:pt x="573405" y="258445"/>
                  </a:lnTo>
                  <a:lnTo>
                    <a:pt x="573405" y="140335"/>
                  </a:lnTo>
                  <a:close/>
                </a:path>
                <a:path w="573405" h="265429">
                  <a:moveTo>
                    <a:pt x="573405" y="77381"/>
                  </a:moveTo>
                  <a:lnTo>
                    <a:pt x="570611" y="63423"/>
                  </a:lnTo>
                  <a:lnTo>
                    <a:pt x="565912" y="57086"/>
                  </a:lnTo>
                  <a:lnTo>
                    <a:pt x="538099" y="57086"/>
                  </a:lnTo>
                  <a:lnTo>
                    <a:pt x="546100" y="58343"/>
                  </a:lnTo>
                  <a:lnTo>
                    <a:pt x="552577" y="63423"/>
                  </a:lnTo>
                  <a:lnTo>
                    <a:pt x="557022" y="69761"/>
                  </a:lnTo>
                  <a:lnTo>
                    <a:pt x="558546" y="77381"/>
                  </a:lnTo>
                  <a:lnTo>
                    <a:pt x="558546" y="126847"/>
                  </a:lnTo>
                  <a:lnTo>
                    <a:pt x="573405" y="126847"/>
                  </a:lnTo>
                  <a:lnTo>
                    <a:pt x="573405" y="77381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1028700" y="8477250"/>
            <a:ext cx="695325" cy="781050"/>
            <a:chOff x="1028700" y="8477250"/>
            <a:chExt cx="695325" cy="781050"/>
          </a:xfrm>
        </p:grpSpPr>
        <p:sp>
          <p:nvSpPr>
            <p:cNvPr id="8" name="object 8" descr=""/>
            <p:cNvSpPr/>
            <p:nvPr/>
          </p:nvSpPr>
          <p:spPr>
            <a:xfrm>
              <a:off x="1095375" y="8972550"/>
              <a:ext cx="561975" cy="276225"/>
            </a:xfrm>
            <a:custGeom>
              <a:avLst/>
              <a:gdLst/>
              <a:ahLst/>
              <a:cxnLst/>
              <a:rect l="l" t="t" r="r" b="b"/>
              <a:pathLst>
                <a:path w="561975" h="276225">
                  <a:moveTo>
                    <a:pt x="561606" y="0"/>
                  </a:moveTo>
                  <a:lnTo>
                    <a:pt x="0" y="0"/>
                  </a:lnTo>
                  <a:lnTo>
                    <a:pt x="0" y="275818"/>
                  </a:lnTo>
                  <a:lnTo>
                    <a:pt x="561606" y="275818"/>
                  </a:lnTo>
                  <a:lnTo>
                    <a:pt x="561606" y="0"/>
                  </a:lnTo>
                  <a:close/>
                </a:path>
              </a:pathLst>
            </a:custGeom>
            <a:solidFill>
              <a:srgbClr val="FFB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89075" y="8477249"/>
              <a:ext cx="574675" cy="502920"/>
            </a:xfrm>
            <a:custGeom>
              <a:avLst/>
              <a:gdLst/>
              <a:ahLst/>
              <a:cxnLst/>
              <a:rect l="l" t="t" r="r" b="b"/>
              <a:pathLst>
                <a:path w="574675" h="502920">
                  <a:moveTo>
                    <a:pt x="574116" y="493903"/>
                  </a:moveTo>
                  <a:lnTo>
                    <a:pt x="572592" y="485013"/>
                  </a:lnTo>
                  <a:lnTo>
                    <a:pt x="99656" y="485013"/>
                  </a:lnTo>
                  <a:lnTo>
                    <a:pt x="99656" y="405193"/>
                  </a:lnTo>
                  <a:lnTo>
                    <a:pt x="81711" y="405193"/>
                  </a:lnTo>
                  <a:lnTo>
                    <a:pt x="81711" y="485013"/>
                  </a:lnTo>
                  <a:lnTo>
                    <a:pt x="18364" y="485013"/>
                  </a:lnTo>
                  <a:lnTo>
                    <a:pt x="24790" y="458597"/>
                  </a:lnTo>
                  <a:lnTo>
                    <a:pt x="38176" y="435737"/>
                  </a:lnTo>
                  <a:lnTo>
                    <a:pt x="57492" y="417449"/>
                  </a:lnTo>
                  <a:lnTo>
                    <a:pt x="81711" y="405130"/>
                  </a:lnTo>
                  <a:lnTo>
                    <a:pt x="99656" y="405130"/>
                  </a:lnTo>
                  <a:lnTo>
                    <a:pt x="99656" y="400431"/>
                  </a:lnTo>
                  <a:lnTo>
                    <a:pt x="216865" y="371983"/>
                  </a:lnTo>
                  <a:lnTo>
                    <a:pt x="433273" y="371983"/>
                  </a:lnTo>
                  <a:lnTo>
                    <a:pt x="422478" y="369316"/>
                  </a:lnTo>
                  <a:lnTo>
                    <a:pt x="286461" y="369316"/>
                  </a:lnTo>
                  <a:lnTo>
                    <a:pt x="243789" y="360807"/>
                  </a:lnTo>
                  <a:lnTo>
                    <a:pt x="208991" y="337312"/>
                  </a:lnTo>
                  <a:lnTo>
                    <a:pt x="185496" y="302641"/>
                  </a:lnTo>
                  <a:lnTo>
                    <a:pt x="176860" y="260096"/>
                  </a:lnTo>
                  <a:lnTo>
                    <a:pt x="176860" y="220853"/>
                  </a:lnTo>
                  <a:lnTo>
                    <a:pt x="235153" y="220853"/>
                  </a:lnTo>
                  <a:lnTo>
                    <a:pt x="223088" y="218440"/>
                  </a:lnTo>
                  <a:lnTo>
                    <a:pt x="192735" y="208280"/>
                  </a:lnTo>
                  <a:lnTo>
                    <a:pt x="163944" y="194183"/>
                  </a:lnTo>
                  <a:lnTo>
                    <a:pt x="200609" y="178943"/>
                  </a:lnTo>
                  <a:lnTo>
                    <a:pt x="154470" y="178943"/>
                  </a:lnTo>
                  <a:lnTo>
                    <a:pt x="162750" y="124333"/>
                  </a:lnTo>
                  <a:lnTo>
                    <a:pt x="191338" y="62992"/>
                  </a:lnTo>
                  <a:lnTo>
                    <a:pt x="249123" y="22987"/>
                  </a:lnTo>
                  <a:lnTo>
                    <a:pt x="287096" y="17907"/>
                  </a:lnTo>
                  <a:lnTo>
                    <a:pt x="355041" y="17907"/>
                  </a:lnTo>
                  <a:lnTo>
                    <a:pt x="330022" y="5842"/>
                  </a:lnTo>
                  <a:lnTo>
                    <a:pt x="287096" y="0"/>
                  </a:lnTo>
                  <a:lnTo>
                    <a:pt x="243789" y="5842"/>
                  </a:lnTo>
                  <a:lnTo>
                    <a:pt x="206959" y="23368"/>
                  </a:lnTo>
                  <a:lnTo>
                    <a:pt x="177203" y="51943"/>
                  </a:lnTo>
                  <a:lnTo>
                    <a:pt x="154838" y="91567"/>
                  </a:lnTo>
                  <a:lnTo>
                    <a:pt x="138849" y="152146"/>
                  </a:lnTo>
                  <a:lnTo>
                    <a:pt x="136474" y="180975"/>
                  </a:lnTo>
                  <a:lnTo>
                    <a:pt x="137541" y="188976"/>
                  </a:lnTo>
                  <a:lnTo>
                    <a:pt x="158915" y="211836"/>
                  </a:lnTo>
                  <a:lnTo>
                    <a:pt x="158915" y="260096"/>
                  </a:lnTo>
                  <a:lnTo>
                    <a:pt x="170967" y="314071"/>
                  </a:lnTo>
                  <a:lnTo>
                    <a:pt x="203657" y="356743"/>
                  </a:lnTo>
                  <a:lnTo>
                    <a:pt x="85559" y="385445"/>
                  </a:lnTo>
                  <a:lnTo>
                    <a:pt x="50939" y="400177"/>
                  </a:lnTo>
                  <a:lnTo>
                    <a:pt x="23888" y="424815"/>
                  </a:lnTo>
                  <a:lnTo>
                    <a:pt x="6286" y="456819"/>
                  </a:lnTo>
                  <a:lnTo>
                    <a:pt x="0" y="493903"/>
                  </a:lnTo>
                  <a:lnTo>
                    <a:pt x="0" y="498856"/>
                  </a:lnTo>
                  <a:lnTo>
                    <a:pt x="4013" y="502793"/>
                  </a:lnTo>
                  <a:lnTo>
                    <a:pt x="570039" y="502793"/>
                  </a:lnTo>
                  <a:lnTo>
                    <a:pt x="574116" y="498856"/>
                  </a:lnTo>
                  <a:lnTo>
                    <a:pt x="574116" y="493903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3545" y="8495156"/>
              <a:ext cx="418122" cy="46710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028700" y="9113773"/>
              <a:ext cx="78740" cy="144145"/>
            </a:xfrm>
            <a:custGeom>
              <a:avLst/>
              <a:gdLst/>
              <a:ahLst/>
              <a:cxnLst/>
              <a:rect l="l" t="t" r="r" b="b"/>
              <a:pathLst>
                <a:path w="78740" h="144145">
                  <a:moveTo>
                    <a:pt x="78320" y="4000"/>
                  </a:moveTo>
                  <a:lnTo>
                    <a:pt x="74307" y="0"/>
                  </a:lnTo>
                  <a:lnTo>
                    <a:pt x="60375" y="0"/>
                  </a:lnTo>
                  <a:lnTo>
                    <a:pt x="60375" y="17894"/>
                  </a:lnTo>
                  <a:lnTo>
                    <a:pt x="60375" y="126199"/>
                  </a:lnTo>
                  <a:lnTo>
                    <a:pt x="42621" y="126199"/>
                  </a:lnTo>
                  <a:lnTo>
                    <a:pt x="33032" y="124269"/>
                  </a:lnTo>
                  <a:lnTo>
                    <a:pt x="25184" y="118986"/>
                  </a:lnTo>
                  <a:lnTo>
                    <a:pt x="19888" y="111163"/>
                  </a:lnTo>
                  <a:lnTo>
                    <a:pt x="17945" y="101600"/>
                  </a:lnTo>
                  <a:lnTo>
                    <a:pt x="17945" y="42494"/>
                  </a:lnTo>
                  <a:lnTo>
                    <a:pt x="19888" y="32931"/>
                  </a:lnTo>
                  <a:lnTo>
                    <a:pt x="25184" y="25107"/>
                  </a:lnTo>
                  <a:lnTo>
                    <a:pt x="33032" y="19824"/>
                  </a:lnTo>
                  <a:lnTo>
                    <a:pt x="42621" y="17894"/>
                  </a:lnTo>
                  <a:lnTo>
                    <a:pt x="60375" y="17894"/>
                  </a:lnTo>
                  <a:lnTo>
                    <a:pt x="60375" y="0"/>
                  </a:lnTo>
                  <a:lnTo>
                    <a:pt x="42621" y="0"/>
                  </a:lnTo>
                  <a:lnTo>
                    <a:pt x="26047" y="3340"/>
                  </a:lnTo>
                  <a:lnTo>
                    <a:pt x="12496" y="12458"/>
                  </a:lnTo>
                  <a:lnTo>
                    <a:pt x="3352" y="25971"/>
                  </a:lnTo>
                  <a:lnTo>
                    <a:pt x="0" y="42494"/>
                  </a:lnTo>
                  <a:lnTo>
                    <a:pt x="0" y="101600"/>
                  </a:lnTo>
                  <a:lnTo>
                    <a:pt x="3352" y="118122"/>
                  </a:lnTo>
                  <a:lnTo>
                    <a:pt x="12496" y="131635"/>
                  </a:lnTo>
                  <a:lnTo>
                    <a:pt x="26047" y="140754"/>
                  </a:lnTo>
                  <a:lnTo>
                    <a:pt x="42621" y="144094"/>
                  </a:lnTo>
                  <a:lnTo>
                    <a:pt x="74307" y="144094"/>
                  </a:lnTo>
                  <a:lnTo>
                    <a:pt x="78320" y="140093"/>
                  </a:lnTo>
                  <a:lnTo>
                    <a:pt x="78320" y="126199"/>
                  </a:lnTo>
                  <a:lnTo>
                    <a:pt x="78320" y="17894"/>
                  </a:lnTo>
                  <a:lnTo>
                    <a:pt x="78320" y="4000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5284" y="9113773"/>
              <a:ext cx="78231" cy="144094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138783" y="9011030"/>
              <a:ext cx="483870" cy="206375"/>
            </a:xfrm>
            <a:custGeom>
              <a:avLst/>
              <a:gdLst/>
              <a:ahLst/>
              <a:cxnLst/>
              <a:rect l="l" t="t" r="r" b="b"/>
              <a:pathLst>
                <a:path w="483869" h="206375">
                  <a:moveTo>
                    <a:pt x="81965" y="191897"/>
                  </a:moveTo>
                  <a:lnTo>
                    <a:pt x="77939" y="187896"/>
                  </a:lnTo>
                  <a:lnTo>
                    <a:pt x="4013" y="187896"/>
                  </a:lnTo>
                  <a:lnTo>
                    <a:pt x="0" y="191897"/>
                  </a:lnTo>
                  <a:lnTo>
                    <a:pt x="0" y="201777"/>
                  </a:lnTo>
                  <a:lnTo>
                    <a:pt x="4013" y="205790"/>
                  </a:lnTo>
                  <a:lnTo>
                    <a:pt x="77939" y="205790"/>
                  </a:lnTo>
                  <a:lnTo>
                    <a:pt x="81965" y="201777"/>
                  </a:lnTo>
                  <a:lnTo>
                    <a:pt x="81965" y="191897"/>
                  </a:lnTo>
                  <a:close/>
                </a:path>
                <a:path w="483869" h="206375">
                  <a:moveTo>
                    <a:pt x="81965" y="152971"/>
                  </a:moveTo>
                  <a:lnTo>
                    <a:pt x="77939" y="148971"/>
                  </a:lnTo>
                  <a:lnTo>
                    <a:pt x="4013" y="148971"/>
                  </a:lnTo>
                  <a:lnTo>
                    <a:pt x="0" y="152971"/>
                  </a:lnTo>
                  <a:lnTo>
                    <a:pt x="0" y="162852"/>
                  </a:lnTo>
                  <a:lnTo>
                    <a:pt x="4013" y="166865"/>
                  </a:lnTo>
                  <a:lnTo>
                    <a:pt x="77939" y="166865"/>
                  </a:lnTo>
                  <a:lnTo>
                    <a:pt x="81965" y="162852"/>
                  </a:lnTo>
                  <a:lnTo>
                    <a:pt x="81965" y="152971"/>
                  </a:lnTo>
                  <a:close/>
                </a:path>
                <a:path w="483869" h="206375">
                  <a:moveTo>
                    <a:pt x="483425" y="17868"/>
                  </a:moveTo>
                  <a:lnTo>
                    <a:pt x="483387" y="3937"/>
                  </a:lnTo>
                  <a:lnTo>
                    <a:pt x="479450" y="0"/>
                  </a:lnTo>
                  <a:lnTo>
                    <a:pt x="465480" y="0"/>
                  </a:lnTo>
                  <a:lnTo>
                    <a:pt x="465480" y="17868"/>
                  </a:lnTo>
                  <a:lnTo>
                    <a:pt x="465480" y="93624"/>
                  </a:lnTo>
                  <a:lnTo>
                    <a:pt x="389407" y="93624"/>
                  </a:lnTo>
                  <a:lnTo>
                    <a:pt x="389407" y="17868"/>
                  </a:lnTo>
                  <a:lnTo>
                    <a:pt x="465480" y="17868"/>
                  </a:lnTo>
                  <a:lnTo>
                    <a:pt x="465480" y="0"/>
                  </a:lnTo>
                  <a:lnTo>
                    <a:pt x="375564" y="0"/>
                  </a:lnTo>
                  <a:lnTo>
                    <a:pt x="371500" y="3937"/>
                  </a:lnTo>
                  <a:lnTo>
                    <a:pt x="371500" y="107518"/>
                  </a:lnTo>
                  <a:lnTo>
                    <a:pt x="375564" y="111518"/>
                  </a:lnTo>
                  <a:lnTo>
                    <a:pt x="479450" y="111518"/>
                  </a:lnTo>
                  <a:lnTo>
                    <a:pt x="483387" y="107518"/>
                  </a:lnTo>
                  <a:lnTo>
                    <a:pt x="483387" y="93624"/>
                  </a:lnTo>
                  <a:lnTo>
                    <a:pt x="483425" y="17868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4925" y="1809750"/>
            <a:ext cx="2371725" cy="2876550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15411450" y="4572000"/>
            <a:ext cx="409575" cy="514350"/>
            <a:chOff x="15411450" y="4572000"/>
            <a:chExt cx="409575" cy="514350"/>
          </a:xfrm>
        </p:grpSpPr>
        <p:sp>
          <p:nvSpPr>
            <p:cNvPr id="16" name="object 16" descr=""/>
            <p:cNvSpPr/>
            <p:nvPr/>
          </p:nvSpPr>
          <p:spPr>
            <a:xfrm>
              <a:off x="15411450" y="4801615"/>
              <a:ext cx="207645" cy="284480"/>
            </a:xfrm>
            <a:custGeom>
              <a:avLst/>
              <a:gdLst/>
              <a:ahLst/>
              <a:cxnLst/>
              <a:rect l="l" t="t" r="r" b="b"/>
              <a:pathLst>
                <a:path w="207644" h="284479">
                  <a:moveTo>
                    <a:pt x="144018" y="0"/>
                  </a:moveTo>
                  <a:lnTo>
                    <a:pt x="122301" y="0"/>
                  </a:lnTo>
                  <a:lnTo>
                    <a:pt x="0" y="249301"/>
                  </a:lnTo>
                  <a:lnTo>
                    <a:pt x="19304" y="258191"/>
                  </a:lnTo>
                  <a:lnTo>
                    <a:pt x="144018" y="0"/>
                  </a:lnTo>
                  <a:close/>
                </a:path>
                <a:path w="207644" h="284479">
                  <a:moveTo>
                    <a:pt x="207264" y="24511"/>
                  </a:moveTo>
                  <a:lnTo>
                    <a:pt x="183642" y="24511"/>
                  </a:lnTo>
                  <a:lnTo>
                    <a:pt x="136398" y="121158"/>
                  </a:lnTo>
                  <a:lnTo>
                    <a:pt x="61468" y="275717"/>
                  </a:lnTo>
                  <a:lnTo>
                    <a:pt x="80772" y="284353"/>
                  </a:lnTo>
                  <a:lnTo>
                    <a:pt x="168275" y="105156"/>
                  </a:lnTo>
                  <a:lnTo>
                    <a:pt x="207264" y="24511"/>
                  </a:lnTo>
                  <a:close/>
                </a:path>
              </a:pathLst>
            </a:custGeom>
            <a:solidFill>
              <a:srgbClr val="6FBD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443073" y="4572000"/>
              <a:ext cx="377444" cy="267715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15763875" y="4019550"/>
            <a:ext cx="53975" cy="226060"/>
          </a:xfrm>
          <a:custGeom>
            <a:avLst/>
            <a:gdLst/>
            <a:ahLst/>
            <a:cxnLst/>
            <a:rect l="l" t="t" r="r" b="b"/>
            <a:pathLst>
              <a:path w="53975" h="226060">
                <a:moveTo>
                  <a:pt x="36194" y="0"/>
                </a:moveTo>
                <a:lnTo>
                  <a:pt x="30988" y="5079"/>
                </a:lnTo>
                <a:lnTo>
                  <a:pt x="29336" y="10287"/>
                </a:lnTo>
                <a:lnTo>
                  <a:pt x="0" y="213995"/>
                </a:lnTo>
                <a:lnTo>
                  <a:pt x="0" y="218948"/>
                </a:lnTo>
                <a:lnTo>
                  <a:pt x="3428" y="224154"/>
                </a:lnTo>
                <a:lnTo>
                  <a:pt x="10286" y="225805"/>
                </a:lnTo>
                <a:lnTo>
                  <a:pt x="13842" y="225805"/>
                </a:lnTo>
                <a:lnTo>
                  <a:pt x="18923" y="224154"/>
                </a:lnTo>
                <a:lnTo>
                  <a:pt x="24130" y="220852"/>
                </a:lnTo>
                <a:lnTo>
                  <a:pt x="24130" y="215519"/>
                </a:lnTo>
                <a:lnTo>
                  <a:pt x="53467" y="13715"/>
                </a:lnTo>
                <a:lnTo>
                  <a:pt x="53467" y="8509"/>
                </a:lnTo>
                <a:lnTo>
                  <a:pt x="50038" y="3428"/>
                </a:lnTo>
                <a:lnTo>
                  <a:pt x="36194" y="0"/>
                </a:lnTo>
                <a:close/>
              </a:path>
            </a:pathLst>
          </a:custGeom>
          <a:solidFill>
            <a:srgbClr val="FFB0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5872460" y="4050410"/>
            <a:ext cx="329565" cy="359410"/>
            <a:chOff x="15872460" y="4050410"/>
            <a:chExt cx="329565" cy="359410"/>
          </a:xfrm>
        </p:grpSpPr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982696" y="4306950"/>
              <a:ext cx="218821" cy="102870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5872460" y="4050410"/>
              <a:ext cx="217170" cy="265430"/>
            </a:xfrm>
            <a:custGeom>
              <a:avLst/>
              <a:gdLst/>
              <a:ahLst/>
              <a:cxnLst/>
              <a:rect l="l" t="t" r="r" b="b"/>
              <a:pathLst>
                <a:path w="217169" h="265429">
                  <a:moveTo>
                    <a:pt x="206755" y="0"/>
                  </a:moveTo>
                  <a:lnTo>
                    <a:pt x="199898" y="0"/>
                  </a:lnTo>
                  <a:lnTo>
                    <a:pt x="196342" y="4952"/>
                  </a:lnTo>
                  <a:lnTo>
                    <a:pt x="3428" y="247903"/>
                  </a:lnTo>
                  <a:lnTo>
                    <a:pt x="0" y="253237"/>
                  </a:lnTo>
                  <a:lnTo>
                    <a:pt x="0" y="259968"/>
                  </a:lnTo>
                  <a:lnTo>
                    <a:pt x="5080" y="263398"/>
                  </a:lnTo>
                  <a:lnTo>
                    <a:pt x="8636" y="265049"/>
                  </a:lnTo>
                  <a:lnTo>
                    <a:pt x="17145" y="265049"/>
                  </a:lnTo>
                  <a:lnTo>
                    <a:pt x="20701" y="263398"/>
                  </a:lnTo>
                  <a:lnTo>
                    <a:pt x="22351" y="261619"/>
                  </a:lnTo>
                  <a:lnTo>
                    <a:pt x="213613" y="18668"/>
                  </a:lnTo>
                  <a:lnTo>
                    <a:pt x="217043" y="13715"/>
                  </a:lnTo>
                  <a:lnTo>
                    <a:pt x="217043" y="6858"/>
                  </a:lnTo>
                  <a:lnTo>
                    <a:pt x="206755" y="0"/>
                  </a:lnTo>
                  <a:close/>
                </a:path>
              </a:pathLst>
            </a:custGeom>
            <a:solidFill>
              <a:srgbClr val="FFB06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15306675" y="4352925"/>
            <a:ext cx="666115" cy="857250"/>
            <a:chOff x="15306675" y="4352925"/>
            <a:chExt cx="666115" cy="857250"/>
          </a:xfrm>
        </p:grpSpPr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39567" y="4991862"/>
              <a:ext cx="290322" cy="21805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5306675" y="4352924"/>
              <a:ext cx="666115" cy="753745"/>
            </a:xfrm>
            <a:custGeom>
              <a:avLst/>
              <a:gdLst/>
              <a:ahLst/>
              <a:cxnLst/>
              <a:rect l="l" t="t" r="r" b="b"/>
              <a:pathLst>
                <a:path w="666115" h="753745">
                  <a:moveTo>
                    <a:pt x="666115" y="329184"/>
                  </a:moveTo>
                  <a:lnTo>
                    <a:pt x="661924" y="277241"/>
                  </a:lnTo>
                  <a:lnTo>
                    <a:pt x="649605" y="228219"/>
                  </a:lnTo>
                  <a:lnTo>
                    <a:pt x="630936" y="184277"/>
                  </a:lnTo>
                  <a:lnTo>
                    <a:pt x="607568" y="145415"/>
                  </a:lnTo>
                  <a:lnTo>
                    <a:pt x="581152" y="111760"/>
                  </a:lnTo>
                  <a:lnTo>
                    <a:pt x="553212" y="83312"/>
                  </a:lnTo>
                  <a:lnTo>
                    <a:pt x="499491" y="42037"/>
                  </a:lnTo>
                  <a:lnTo>
                    <a:pt x="453263" y="19939"/>
                  </a:lnTo>
                  <a:lnTo>
                    <a:pt x="387731" y="3937"/>
                  </a:lnTo>
                  <a:lnTo>
                    <a:pt x="348234" y="0"/>
                  </a:lnTo>
                  <a:lnTo>
                    <a:pt x="305435" y="381"/>
                  </a:lnTo>
                  <a:lnTo>
                    <a:pt x="260604" y="6350"/>
                  </a:lnTo>
                  <a:lnTo>
                    <a:pt x="214757" y="19050"/>
                  </a:lnTo>
                  <a:lnTo>
                    <a:pt x="207264" y="22479"/>
                  </a:lnTo>
                  <a:lnTo>
                    <a:pt x="168783" y="39878"/>
                  </a:lnTo>
                  <a:lnTo>
                    <a:pt x="123952" y="69977"/>
                  </a:lnTo>
                  <a:lnTo>
                    <a:pt x="81153" y="110490"/>
                  </a:lnTo>
                  <a:lnTo>
                    <a:pt x="41529" y="162814"/>
                  </a:lnTo>
                  <a:lnTo>
                    <a:pt x="13335" y="220472"/>
                  </a:lnTo>
                  <a:lnTo>
                    <a:pt x="508" y="276225"/>
                  </a:lnTo>
                  <a:lnTo>
                    <a:pt x="0" y="329184"/>
                  </a:lnTo>
                  <a:lnTo>
                    <a:pt x="9017" y="378460"/>
                  </a:lnTo>
                  <a:lnTo>
                    <a:pt x="24384" y="422783"/>
                  </a:lnTo>
                  <a:lnTo>
                    <a:pt x="43307" y="461518"/>
                  </a:lnTo>
                  <a:lnTo>
                    <a:pt x="79883" y="517652"/>
                  </a:lnTo>
                  <a:lnTo>
                    <a:pt x="91694" y="533273"/>
                  </a:lnTo>
                  <a:lnTo>
                    <a:pt x="32893" y="654558"/>
                  </a:lnTo>
                  <a:lnTo>
                    <a:pt x="31115" y="659638"/>
                  </a:lnTo>
                  <a:lnTo>
                    <a:pt x="31115" y="664972"/>
                  </a:lnTo>
                  <a:lnTo>
                    <a:pt x="34671" y="675386"/>
                  </a:lnTo>
                  <a:lnTo>
                    <a:pt x="38100" y="680466"/>
                  </a:lnTo>
                  <a:lnTo>
                    <a:pt x="43307" y="682371"/>
                  </a:lnTo>
                  <a:lnTo>
                    <a:pt x="55372" y="687451"/>
                  </a:lnTo>
                  <a:lnTo>
                    <a:pt x="52070" y="694309"/>
                  </a:lnTo>
                  <a:lnTo>
                    <a:pt x="77851" y="694309"/>
                  </a:lnTo>
                  <a:lnTo>
                    <a:pt x="200279" y="753237"/>
                  </a:lnTo>
                  <a:lnTo>
                    <a:pt x="247142" y="753237"/>
                  </a:lnTo>
                  <a:lnTo>
                    <a:pt x="58801" y="661543"/>
                  </a:lnTo>
                  <a:lnTo>
                    <a:pt x="122809" y="528193"/>
                  </a:lnTo>
                  <a:lnTo>
                    <a:pt x="73152" y="469265"/>
                  </a:lnTo>
                  <a:lnTo>
                    <a:pt x="51943" y="433578"/>
                  </a:lnTo>
                  <a:lnTo>
                    <a:pt x="33528" y="391160"/>
                  </a:lnTo>
                  <a:lnTo>
                    <a:pt x="21463" y="342900"/>
                  </a:lnTo>
                  <a:lnTo>
                    <a:pt x="19304" y="289941"/>
                  </a:lnTo>
                  <a:lnTo>
                    <a:pt x="30480" y="233553"/>
                  </a:lnTo>
                  <a:lnTo>
                    <a:pt x="58801" y="174879"/>
                  </a:lnTo>
                  <a:lnTo>
                    <a:pt x="96012" y="125984"/>
                  </a:lnTo>
                  <a:lnTo>
                    <a:pt x="136271" y="88011"/>
                  </a:lnTo>
                  <a:lnTo>
                    <a:pt x="178181" y="60071"/>
                  </a:lnTo>
                  <a:lnTo>
                    <a:pt x="221742" y="40386"/>
                  </a:lnTo>
                  <a:lnTo>
                    <a:pt x="264922" y="28448"/>
                  </a:lnTo>
                  <a:lnTo>
                    <a:pt x="307213" y="22860"/>
                  </a:lnTo>
                  <a:lnTo>
                    <a:pt x="347472" y="22479"/>
                  </a:lnTo>
                  <a:lnTo>
                    <a:pt x="417957" y="32766"/>
                  </a:lnTo>
                  <a:lnTo>
                    <a:pt x="468376" y="50292"/>
                  </a:lnTo>
                  <a:lnTo>
                    <a:pt x="513588" y="78613"/>
                  </a:lnTo>
                  <a:lnTo>
                    <a:pt x="565785" y="127127"/>
                  </a:lnTo>
                  <a:lnTo>
                    <a:pt x="590677" y="158877"/>
                  </a:lnTo>
                  <a:lnTo>
                    <a:pt x="612648" y="195453"/>
                  </a:lnTo>
                  <a:lnTo>
                    <a:pt x="630174" y="236855"/>
                  </a:lnTo>
                  <a:lnTo>
                    <a:pt x="641731" y="282956"/>
                  </a:lnTo>
                  <a:lnTo>
                    <a:pt x="645922" y="333629"/>
                  </a:lnTo>
                  <a:lnTo>
                    <a:pt x="640969" y="388747"/>
                  </a:lnTo>
                  <a:lnTo>
                    <a:pt x="625602" y="448437"/>
                  </a:lnTo>
                  <a:lnTo>
                    <a:pt x="597662" y="507238"/>
                  </a:lnTo>
                  <a:lnTo>
                    <a:pt x="560832" y="551307"/>
                  </a:lnTo>
                  <a:lnTo>
                    <a:pt x="518160" y="582549"/>
                  </a:lnTo>
                  <a:lnTo>
                    <a:pt x="473075" y="603123"/>
                  </a:lnTo>
                  <a:lnTo>
                    <a:pt x="428371" y="615188"/>
                  </a:lnTo>
                  <a:lnTo>
                    <a:pt x="387350" y="620776"/>
                  </a:lnTo>
                  <a:lnTo>
                    <a:pt x="353314" y="622046"/>
                  </a:lnTo>
                  <a:lnTo>
                    <a:pt x="329057" y="621157"/>
                  </a:lnTo>
                  <a:lnTo>
                    <a:pt x="318008" y="619887"/>
                  </a:lnTo>
                  <a:lnTo>
                    <a:pt x="311150" y="618109"/>
                  </a:lnTo>
                  <a:lnTo>
                    <a:pt x="309245" y="622046"/>
                  </a:lnTo>
                  <a:lnTo>
                    <a:pt x="301244" y="638937"/>
                  </a:lnTo>
                  <a:lnTo>
                    <a:pt x="323215" y="638937"/>
                  </a:lnTo>
                  <a:lnTo>
                    <a:pt x="343408" y="639953"/>
                  </a:lnTo>
                  <a:lnTo>
                    <a:pt x="411099" y="635889"/>
                  </a:lnTo>
                  <a:lnTo>
                    <a:pt x="453390" y="627507"/>
                  </a:lnTo>
                  <a:lnTo>
                    <a:pt x="497840" y="612521"/>
                  </a:lnTo>
                  <a:lnTo>
                    <a:pt x="541655" y="589407"/>
                  </a:lnTo>
                  <a:lnTo>
                    <a:pt x="582549" y="556387"/>
                  </a:lnTo>
                  <a:lnTo>
                    <a:pt x="617728" y="511683"/>
                  </a:lnTo>
                  <a:lnTo>
                    <a:pt x="644652" y="453771"/>
                  </a:lnTo>
                  <a:lnTo>
                    <a:pt x="661162" y="388747"/>
                  </a:lnTo>
                  <a:lnTo>
                    <a:pt x="666115" y="333629"/>
                  </a:lnTo>
                  <a:lnTo>
                    <a:pt x="666115" y="329184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67150" y="1885950"/>
            <a:ext cx="628650" cy="800100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4171696" y="1855088"/>
            <a:ext cx="389890" cy="746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700" spc="-50" b="1">
                <a:solidFill>
                  <a:srgbClr val="2B578F"/>
                </a:solidFill>
                <a:latin typeface="Calibri"/>
                <a:cs typeface="Calibri"/>
              </a:rPr>
              <a:t>Ậ</a:t>
            </a:r>
            <a:endParaRPr sz="4700">
              <a:latin typeface="Calibri"/>
              <a:cs typeface="Calibri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33900" y="1885950"/>
            <a:ext cx="2800350" cy="800100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7013575" y="1855088"/>
            <a:ext cx="483234" cy="746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700" spc="-50" b="1">
                <a:solidFill>
                  <a:srgbClr val="2B578F"/>
                </a:solidFill>
                <a:latin typeface="Calibri"/>
                <a:cs typeface="Calibri"/>
              </a:rPr>
              <a:t>Ứ</a:t>
            </a:r>
            <a:endParaRPr sz="4700">
              <a:latin typeface="Calibri"/>
              <a:cs typeface="Calibri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67600" y="1885950"/>
            <a:ext cx="1895475" cy="800100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8973819" y="1855088"/>
            <a:ext cx="417830" cy="746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700" spc="-50" b="1">
                <a:solidFill>
                  <a:srgbClr val="2B578F"/>
                </a:solidFill>
                <a:latin typeface="Calibri"/>
                <a:cs typeface="Calibri"/>
              </a:rPr>
              <a:t>Ụ</a:t>
            </a:r>
            <a:endParaRPr sz="4700">
              <a:latin typeface="Calibri"/>
              <a:cs typeface="Calibri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52825" y="3267075"/>
            <a:ext cx="123825" cy="200025"/>
          </a:xfrm>
          <a:prstGeom prst="rect">
            <a:avLst/>
          </a:prstGeom>
        </p:spPr>
      </p:pic>
      <p:grpSp>
        <p:nvGrpSpPr>
          <p:cNvPr id="32" name="object 32" descr=""/>
          <p:cNvGrpSpPr/>
          <p:nvPr/>
        </p:nvGrpSpPr>
        <p:grpSpPr>
          <a:xfrm>
            <a:off x="3810000" y="0"/>
            <a:ext cx="14430375" cy="9134475"/>
            <a:chOff x="3810000" y="0"/>
            <a:chExt cx="14430375" cy="9134475"/>
          </a:xfrm>
        </p:grpSpPr>
        <p:pic>
          <p:nvPicPr>
            <p:cNvPr id="33" name="object 3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63075" y="1885950"/>
              <a:ext cx="6334125" cy="80010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24625" y="2724150"/>
              <a:ext cx="6400800" cy="80010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76875" y="3562350"/>
              <a:ext cx="8429625" cy="80010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00575" y="5657850"/>
              <a:ext cx="2000250" cy="2009775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77250" y="6781800"/>
              <a:ext cx="9763125" cy="2352675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10000" y="2952750"/>
              <a:ext cx="152146" cy="218948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925550" y="0"/>
              <a:ext cx="2838450" cy="186690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6973550" y="4238625"/>
              <a:ext cx="153035" cy="352425"/>
            </a:xfrm>
            <a:custGeom>
              <a:avLst/>
              <a:gdLst/>
              <a:ahLst/>
              <a:cxnLst/>
              <a:rect l="l" t="t" r="r" b="b"/>
              <a:pathLst>
                <a:path w="153034" h="352425">
                  <a:moveTo>
                    <a:pt x="145034" y="0"/>
                  </a:moveTo>
                  <a:lnTo>
                    <a:pt x="130936" y="0"/>
                  </a:lnTo>
                  <a:lnTo>
                    <a:pt x="130428" y="38988"/>
                  </a:lnTo>
                  <a:lnTo>
                    <a:pt x="121538" y="99567"/>
                  </a:lnTo>
                  <a:lnTo>
                    <a:pt x="89280" y="148082"/>
                  </a:lnTo>
                  <a:lnTo>
                    <a:pt x="35940" y="167004"/>
                  </a:lnTo>
                  <a:lnTo>
                    <a:pt x="5207" y="168910"/>
                  </a:lnTo>
                  <a:lnTo>
                    <a:pt x="3936" y="169417"/>
                  </a:lnTo>
                  <a:lnTo>
                    <a:pt x="1015" y="171450"/>
                  </a:lnTo>
                  <a:lnTo>
                    <a:pt x="0" y="173736"/>
                  </a:lnTo>
                  <a:lnTo>
                    <a:pt x="0" y="178180"/>
                  </a:lnTo>
                  <a:lnTo>
                    <a:pt x="1015" y="180212"/>
                  </a:lnTo>
                  <a:lnTo>
                    <a:pt x="3936" y="182372"/>
                  </a:lnTo>
                  <a:lnTo>
                    <a:pt x="5207" y="182879"/>
                  </a:lnTo>
                  <a:lnTo>
                    <a:pt x="35940" y="184785"/>
                  </a:lnTo>
                  <a:lnTo>
                    <a:pt x="89280" y="203708"/>
                  </a:lnTo>
                  <a:lnTo>
                    <a:pt x="121538" y="252095"/>
                  </a:lnTo>
                  <a:lnTo>
                    <a:pt x="130428" y="312800"/>
                  </a:lnTo>
                  <a:lnTo>
                    <a:pt x="130936" y="351916"/>
                  </a:lnTo>
                  <a:lnTo>
                    <a:pt x="145034" y="351916"/>
                  </a:lnTo>
                  <a:lnTo>
                    <a:pt x="145415" y="312800"/>
                  </a:lnTo>
                  <a:lnTo>
                    <a:pt x="147828" y="282066"/>
                  </a:lnTo>
                  <a:lnTo>
                    <a:pt x="153034" y="258190"/>
                  </a:lnTo>
                  <a:lnTo>
                    <a:pt x="137921" y="258190"/>
                  </a:lnTo>
                  <a:lnTo>
                    <a:pt x="118109" y="212725"/>
                  </a:lnTo>
                  <a:lnTo>
                    <a:pt x="77978" y="181610"/>
                  </a:lnTo>
                  <a:lnTo>
                    <a:pt x="61848" y="176022"/>
                  </a:lnTo>
                  <a:lnTo>
                    <a:pt x="77978" y="170307"/>
                  </a:lnTo>
                  <a:lnTo>
                    <a:pt x="118109" y="138937"/>
                  </a:lnTo>
                  <a:lnTo>
                    <a:pt x="137921" y="93599"/>
                  </a:lnTo>
                  <a:lnTo>
                    <a:pt x="153034" y="93599"/>
                  </a:lnTo>
                  <a:lnTo>
                    <a:pt x="147955" y="69723"/>
                  </a:lnTo>
                  <a:lnTo>
                    <a:pt x="145542" y="38988"/>
                  </a:lnTo>
                  <a:lnTo>
                    <a:pt x="145034" y="0"/>
                  </a:lnTo>
                  <a:close/>
                </a:path>
              </a:pathLst>
            </a:custGeom>
            <a:solidFill>
              <a:srgbClr val="6FBD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111471" y="4332223"/>
              <a:ext cx="138303" cy="164591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773525" y="4552950"/>
              <a:ext cx="171450" cy="219075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090770" y="4755388"/>
              <a:ext cx="91694" cy="83312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6764000" y="4229100"/>
              <a:ext cx="9525" cy="8890"/>
            </a:xfrm>
            <a:custGeom>
              <a:avLst/>
              <a:gdLst/>
              <a:ahLst/>
              <a:cxnLst/>
              <a:rect l="l" t="t" r="r" b="b"/>
              <a:pathLst>
                <a:path w="9525" h="8889">
                  <a:moveTo>
                    <a:pt x="9271" y="0"/>
                  </a:moveTo>
                  <a:lnTo>
                    <a:pt x="0" y="0"/>
                  </a:lnTo>
                  <a:lnTo>
                    <a:pt x="0" y="8509"/>
                  </a:lnTo>
                  <a:lnTo>
                    <a:pt x="9271" y="0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962650" y="4733925"/>
              <a:ext cx="1562100" cy="714375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6335395" y="4702492"/>
            <a:ext cx="122364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3290" algn="l"/>
              </a:tabLst>
            </a:pPr>
            <a:r>
              <a:rPr dirty="0" sz="4200" spc="-50" b="1">
                <a:solidFill>
                  <a:srgbClr val="171D2B"/>
                </a:solidFill>
                <a:latin typeface="Calibri"/>
                <a:cs typeface="Calibri"/>
              </a:rPr>
              <a:t>ệ</a:t>
            </a:r>
            <a:r>
              <a:rPr dirty="0" sz="4200" b="1">
                <a:solidFill>
                  <a:srgbClr val="171D2B"/>
                </a:solidFill>
                <a:latin typeface="Calibri"/>
                <a:cs typeface="Calibri"/>
              </a:rPr>
              <a:t>	</a:t>
            </a:r>
            <a:r>
              <a:rPr dirty="0" sz="4200" spc="-50" b="1">
                <a:solidFill>
                  <a:srgbClr val="171D2B"/>
                </a:solidFill>
                <a:latin typeface="Calibri"/>
                <a:cs typeface="Calibri"/>
              </a:rPr>
              <a:t>ố</a:t>
            </a:r>
            <a:endParaRPr sz="4200">
              <a:latin typeface="Calibri"/>
              <a:cs typeface="Calibri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7524750" y="4733925"/>
            <a:ext cx="3629025" cy="714375"/>
            <a:chOff x="7524750" y="4733925"/>
            <a:chExt cx="3629025" cy="714375"/>
          </a:xfrm>
        </p:grpSpPr>
        <p:pic>
          <p:nvPicPr>
            <p:cNvPr id="48" name="object 4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524750" y="4733925"/>
              <a:ext cx="2962275" cy="714375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515600" y="4733925"/>
              <a:ext cx="638175" cy="714375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/>
          <p:nvPr/>
        </p:nvSpPr>
        <p:spPr>
          <a:xfrm>
            <a:off x="9345676" y="4702492"/>
            <a:ext cx="193040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3290" algn="l"/>
                <a:tab pos="1648460" algn="l"/>
              </a:tabLst>
            </a:pPr>
            <a:r>
              <a:rPr dirty="0" sz="4200" spc="-50" b="1">
                <a:solidFill>
                  <a:srgbClr val="171D2B"/>
                </a:solidFill>
                <a:latin typeface="Calibri"/>
                <a:cs typeface="Calibri"/>
              </a:rPr>
              <a:t>ề</a:t>
            </a:r>
            <a:r>
              <a:rPr dirty="0" sz="4200" b="1">
                <a:solidFill>
                  <a:srgbClr val="171D2B"/>
                </a:solidFill>
                <a:latin typeface="Calibri"/>
                <a:cs typeface="Calibri"/>
              </a:rPr>
              <a:t>	</a:t>
            </a:r>
            <a:r>
              <a:rPr dirty="0" sz="4200" spc="-50" b="1">
                <a:solidFill>
                  <a:srgbClr val="171D2B"/>
                </a:solidFill>
                <a:latin typeface="Calibri"/>
                <a:cs typeface="Calibri"/>
              </a:rPr>
              <a:t>ả</a:t>
            </a:r>
            <a:r>
              <a:rPr dirty="0" sz="4200" b="1">
                <a:solidFill>
                  <a:srgbClr val="171D2B"/>
                </a:solidFill>
                <a:latin typeface="Calibri"/>
                <a:cs typeface="Calibri"/>
              </a:rPr>
              <a:t>	</a:t>
            </a:r>
            <a:r>
              <a:rPr dirty="0" sz="4200" spc="-50" b="1">
                <a:solidFill>
                  <a:srgbClr val="171D2B"/>
                </a:solidFill>
                <a:latin typeface="Calibri"/>
                <a:cs typeface="Calibri"/>
              </a:rPr>
              <a:t>ệ</a:t>
            </a:r>
            <a:endParaRPr sz="4200">
              <a:latin typeface="Calibri"/>
              <a:cs typeface="Calibri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6286500" y="1019175"/>
            <a:ext cx="6362700" cy="5905500"/>
            <a:chOff x="6286500" y="1019175"/>
            <a:chExt cx="6362700" cy="5905500"/>
          </a:xfrm>
        </p:grpSpPr>
        <p:pic>
          <p:nvPicPr>
            <p:cNvPr id="52" name="object 5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249025" y="4733925"/>
              <a:ext cx="1400175" cy="714375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286500" y="5467350"/>
              <a:ext cx="1752600" cy="714375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781925" y="5467350"/>
              <a:ext cx="419100" cy="714375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991475" y="5467350"/>
              <a:ext cx="4400550" cy="714375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248650" y="6210300"/>
              <a:ext cx="2095500" cy="714375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267575" y="1019175"/>
              <a:ext cx="314325" cy="190500"/>
            </a:xfrm>
            <a:prstGeom prst="rect">
              <a:avLst/>
            </a:prstGeom>
          </p:spPr>
        </p:pic>
      </p:grpSp>
      <p:sp>
        <p:nvSpPr>
          <p:cNvPr id="58" name="object 58" descr=""/>
          <p:cNvSpPr txBox="1"/>
          <p:nvPr/>
        </p:nvSpPr>
        <p:spPr>
          <a:xfrm>
            <a:off x="7460615" y="998791"/>
            <a:ext cx="2311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71D2B"/>
                </a:solidFill>
                <a:latin typeface="Calibri"/>
                <a:cs typeface="Calibri"/>
              </a:rPr>
              <a:t>ƯỜ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9" name="object 59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686675" y="1019175"/>
            <a:ext cx="781050" cy="190500"/>
          </a:xfrm>
          <a:prstGeom prst="rect">
            <a:avLst/>
          </a:prstGeom>
        </p:spPr>
      </p:pic>
      <p:sp>
        <p:nvSpPr>
          <p:cNvPr id="60" name="object 60" descr=""/>
          <p:cNvSpPr txBox="1"/>
          <p:nvPr/>
        </p:nvSpPr>
        <p:spPr>
          <a:xfrm>
            <a:off x="8088376" y="998791"/>
            <a:ext cx="42608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1785" algn="l"/>
              </a:tabLst>
            </a:pPr>
            <a:r>
              <a:rPr dirty="0" sz="1200" spc="-50">
                <a:solidFill>
                  <a:srgbClr val="171D2B"/>
                </a:solidFill>
                <a:latin typeface="Calibri"/>
                <a:cs typeface="Calibri"/>
              </a:rPr>
              <a:t>Ạ</a:t>
            </a:r>
            <a:r>
              <a:rPr dirty="0" sz="1200">
                <a:solidFill>
                  <a:srgbClr val="171D2B"/>
                </a:solidFill>
                <a:latin typeface="Calibri"/>
                <a:cs typeface="Calibri"/>
              </a:rPr>
              <a:t>	</a:t>
            </a:r>
            <a:r>
              <a:rPr dirty="0" sz="1200" spc="-50">
                <a:solidFill>
                  <a:srgbClr val="171D2B"/>
                </a:solidFill>
                <a:latin typeface="Calibri"/>
                <a:cs typeface="Calibri"/>
              </a:rPr>
              <a:t>Ọ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1" name="object 61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505825" y="1019175"/>
            <a:ext cx="1819275" cy="190500"/>
          </a:xfrm>
          <a:prstGeom prst="rect">
            <a:avLst/>
          </a:prstGeom>
        </p:spPr>
      </p:pic>
      <p:sp>
        <p:nvSpPr>
          <p:cNvPr id="62" name="object 62" descr=""/>
          <p:cNvSpPr txBox="1"/>
          <p:nvPr/>
        </p:nvSpPr>
        <p:spPr>
          <a:xfrm>
            <a:off x="9864725" y="998791"/>
            <a:ext cx="4718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05" algn="l"/>
              </a:tabLst>
            </a:pPr>
            <a:r>
              <a:rPr dirty="0" sz="1200" spc="-50">
                <a:solidFill>
                  <a:srgbClr val="171D2B"/>
                </a:solidFill>
                <a:latin typeface="Calibri"/>
                <a:cs typeface="Calibri"/>
              </a:rPr>
              <a:t>Ậ</a:t>
            </a:r>
            <a:r>
              <a:rPr dirty="0" sz="1200">
                <a:solidFill>
                  <a:srgbClr val="171D2B"/>
                </a:solidFill>
                <a:latin typeface="Calibri"/>
                <a:cs typeface="Calibri"/>
              </a:rPr>
              <a:t>	</a:t>
            </a:r>
            <a:r>
              <a:rPr dirty="0" sz="1200" spc="-50">
                <a:solidFill>
                  <a:srgbClr val="171D2B"/>
                </a:solidFill>
                <a:latin typeface="Calibri"/>
                <a:cs typeface="Calibri"/>
              </a:rPr>
              <a:t>Ả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10325100" y="1019175"/>
            <a:ext cx="2933700" cy="8343900"/>
            <a:chOff x="10325100" y="1019175"/>
            <a:chExt cx="2933700" cy="8343900"/>
          </a:xfrm>
        </p:grpSpPr>
        <p:pic>
          <p:nvPicPr>
            <p:cNvPr id="64" name="object 6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325100" y="1019175"/>
              <a:ext cx="800100" cy="190500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992100" y="9172575"/>
              <a:ext cx="266700" cy="190500"/>
            </a:xfrm>
            <a:prstGeom prst="rect">
              <a:avLst/>
            </a:prstGeom>
          </p:spPr>
        </p:pic>
      </p:grpSp>
      <p:sp>
        <p:nvSpPr>
          <p:cNvPr id="66" name="object 66" descr=""/>
          <p:cNvSpPr txBox="1"/>
          <p:nvPr/>
        </p:nvSpPr>
        <p:spPr>
          <a:xfrm>
            <a:off x="13170535" y="9154794"/>
            <a:ext cx="1136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171D2B"/>
                </a:solidFill>
                <a:latin typeface="Calibri"/>
                <a:cs typeface="Calibri"/>
              </a:rPr>
              <a:t>ờ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7" name="object 67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3363575" y="9439275"/>
            <a:ext cx="1438275" cy="228600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962150" y="8477250"/>
            <a:ext cx="552450" cy="190500"/>
          </a:xfrm>
          <a:prstGeom prst="rect">
            <a:avLst/>
          </a:prstGeom>
        </p:spPr>
      </p:pic>
      <p:grpSp>
        <p:nvGrpSpPr>
          <p:cNvPr id="69" name="object 69" descr=""/>
          <p:cNvGrpSpPr/>
          <p:nvPr/>
        </p:nvGrpSpPr>
        <p:grpSpPr>
          <a:xfrm>
            <a:off x="2771775" y="8458200"/>
            <a:ext cx="10953750" cy="904875"/>
            <a:chOff x="2771775" y="8458200"/>
            <a:chExt cx="10953750" cy="904875"/>
          </a:xfrm>
        </p:grpSpPr>
        <p:pic>
          <p:nvPicPr>
            <p:cNvPr id="70" name="object 7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268325" y="9172575"/>
              <a:ext cx="457200" cy="190500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771775" y="8458200"/>
              <a:ext cx="209550" cy="238125"/>
            </a:xfrm>
            <a:prstGeom prst="rect">
              <a:avLst/>
            </a:prstGeom>
          </p:spPr>
        </p:pic>
      </p:grpSp>
      <p:sp>
        <p:nvSpPr>
          <p:cNvPr id="72" name="object 72" descr=""/>
          <p:cNvSpPr txBox="1"/>
          <p:nvPr/>
        </p:nvSpPr>
        <p:spPr>
          <a:xfrm>
            <a:off x="2407920" y="8458834"/>
            <a:ext cx="106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171D2B"/>
                </a:solidFill>
                <a:latin typeface="Calibri"/>
                <a:cs typeface="Calibri"/>
              </a:rPr>
              <a:t>ọ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3" name="object 73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2505075" y="8477250"/>
            <a:ext cx="190500" cy="190500"/>
          </a:xfrm>
          <a:prstGeom prst="rect">
            <a:avLst/>
          </a:prstGeom>
        </p:spPr>
      </p:pic>
      <p:sp>
        <p:nvSpPr>
          <p:cNvPr id="74" name="object 74" descr=""/>
          <p:cNvSpPr txBox="1"/>
          <p:nvPr/>
        </p:nvSpPr>
        <p:spPr>
          <a:xfrm>
            <a:off x="2864866" y="8442706"/>
            <a:ext cx="114935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 b="1">
                <a:solidFill>
                  <a:srgbClr val="171D2B"/>
                </a:solidFill>
                <a:latin typeface="Calibri"/>
                <a:cs typeface="Calibri"/>
              </a:rPr>
              <a:t>ậ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5" name="object 75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2971800" y="8458200"/>
            <a:ext cx="895350" cy="238125"/>
          </a:xfrm>
          <a:prstGeom prst="rect">
            <a:avLst/>
          </a:prstGeom>
        </p:spPr>
      </p:pic>
      <p:sp>
        <p:nvSpPr>
          <p:cNvPr id="76" name="object 76" descr=""/>
          <p:cNvSpPr txBox="1"/>
          <p:nvPr/>
        </p:nvSpPr>
        <p:spPr>
          <a:xfrm>
            <a:off x="3768090" y="8442706"/>
            <a:ext cx="114935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 b="1">
                <a:solidFill>
                  <a:srgbClr val="171D2B"/>
                </a:solidFill>
                <a:latin typeface="Calibri"/>
                <a:cs typeface="Calibri"/>
              </a:rPr>
              <a:t>ạ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1971675" y="8458200"/>
            <a:ext cx="2514600" cy="619125"/>
            <a:chOff x="1971675" y="8458200"/>
            <a:chExt cx="2514600" cy="619125"/>
          </a:xfrm>
        </p:grpSpPr>
        <p:pic>
          <p:nvPicPr>
            <p:cNvPr id="78" name="object 7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876675" y="8458200"/>
              <a:ext cx="352425" cy="238125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971675" y="8810625"/>
              <a:ext cx="2019300" cy="266700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010025" y="8810625"/>
              <a:ext cx="476250" cy="266700"/>
            </a:xfrm>
            <a:prstGeom prst="rect">
              <a:avLst/>
            </a:prstGeom>
          </p:spPr>
        </p:pic>
      </p:grpSp>
      <p:sp>
        <p:nvSpPr>
          <p:cNvPr id="81" name="object 81" descr=""/>
          <p:cNvSpPr txBox="1"/>
          <p:nvPr/>
        </p:nvSpPr>
        <p:spPr>
          <a:xfrm>
            <a:off x="3865626" y="8789987"/>
            <a:ext cx="646430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23875" algn="l"/>
              </a:tabLst>
            </a:pPr>
            <a:r>
              <a:rPr dirty="0" sz="1700" spc="-50">
                <a:latin typeface="Calibri"/>
                <a:cs typeface="Calibri"/>
              </a:rPr>
              <a:t>ự</a:t>
            </a:r>
            <a:r>
              <a:rPr dirty="0" sz="1700">
                <a:latin typeface="Calibri"/>
                <a:cs typeface="Calibri"/>
              </a:rPr>
              <a:t>	</a:t>
            </a:r>
            <a:r>
              <a:rPr dirty="0" sz="1700" spc="-50">
                <a:latin typeface="Calibri"/>
                <a:cs typeface="Calibri"/>
              </a:rPr>
              <a:t>ệ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82" name="object 82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495800" y="8810625"/>
            <a:ext cx="12192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16275" y="7400924"/>
            <a:ext cx="2371725" cy="287654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50"/>
            <a:ext cx="4905374" cy="65627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55164" y="1505902"/>
            <a:ext cx="13722985" cy="13639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750"/>
              <a:t>Danh</a:t>
            </a:r>
            <a:r>
              <a:rPr dirty="0" sz="8750" spc="-65"/>
              <a:t> </a:t>
            </a:r>
            <a:r>
              <a:rPr dirty="0" sz="8750"/>
              <a:t>sách</a:t>
            </a:r>
            <a:r>
              <a:rPr dirty="0" sz="8750" spc="-60"/>
              <a:t> </a:t>
            </a:r>
            <a:r>
              <a:rPr dirty="0" sz="8750"/>
              <a:t>thành</a:t>
            </a:r>
            <a:r>
              <a:rPr dirty="0" sz="8750" spc="-55"/>
              <a:t> </a:t>
            </a:r>
            <a:r>
              <a:rPr dirty="0" sz="8750"/>
              <a:t>viên</a:t>
            </a:r>
            <a:r>
              <a:rPr dirty="0" sz="8750" spc="-75"/>
              <a:t> </a:t>
            </a:r>
            <a:r>
              <a:rPr dirty="0" sz="8750"/>
              <a:t>nhóm</a:t>
            </a:r>
            <a:r>
              <a:rPr dirty="0" sz="8750" spc="-65"/>
              <a:t> </a:t>
            </a:r>
            <a:r>
              <a:rPr dirty="0" sz="8750" spc="-50"/>
              <a:t>8</a:t>
            </a:r>
            <a:endParaRPr sz="8750"/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776729" y="3099942"/>
          <a:ext cx="14810740" cy="5665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60920"/>
                <a:gridCol w="7360920"/>
              </a:tblGrid>
              <a:tr h="944244"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2750" spc="19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Họ</a:t>
                      </a:r>
                      <a:r>
                        <a:rPr dirty="0" sz="27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1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Và</a:t>
                      </a:r>
                      <a:r>
                        <a:rPr dirty="0" sz="27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9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Tên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2750" spc="1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MSSV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944244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99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Hoàng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Trọng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Thịnh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(NT)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33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199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091205000711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33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944244"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200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Nguyễn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Hoài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Nam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2000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052206008536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44244"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Dương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Chí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Toàn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089206011877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944244"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201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Đặng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Quốc</a:t>
                      </a:r>
                      <a:r>
                        <a:rPr dirty="0" sz="20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Việt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5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201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056206002753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5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44244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Lê</a:t>
                      </a:r>
                      <a:r>
                        <a:rPr dirty="0" sz="2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Thế</a:t>
                      </a:r>
                      <a:r>
                        <a:rPr dirty="0" sz="20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Vương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6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036206002388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6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420350" y="1123949"/>
            <a:ext cx="7867650" cy="9163050"/>
            <a:chOff x="10420350" y="1123949"/>
            <a:chExt cx="7867650" cy="91630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48925" y="1123949"/>
              <a:ext cx="7839075" cy="916304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20350" y="7353298"/>
              <a:ext cx="7762875" cy="2905123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3475" y="8496300"/>
            <a:ext cx="485775" cy="914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72775" y="2724150"/>
            <a:ext cx="6743700" cy="29432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0" y="1524000"/>
            <a:ext cx="1790700" cy="136207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24175" y="1524000"/>
            <a:ext cx="2419350" cy="136207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5438775" y="1524000"/>
            <a:ext cx="2390775" cy="1362075"/>
            <a:chOff x="5438775" y="1524000"/>
            <a:chExt cx="2390775" cy="1362075"/>
          </a:xfrm>
        </p:grpSpPr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38775" y="1524000"/>
              <a:ext cx="1333500" cy="136207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00800" y="1524000"/>
              <a:ext cx="1428750" cy="136207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209164" y="1449006"/>
            <a:ext cx="5638800" cy="13525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73350" algn="l"/>
                <a:tab pos="4909185" algn="l"/>
              </a:tabLst>
            </a:pPr>
            <a:r>
              <a:rPr dirty="0" sz="8700" spc="-50"/>
              <a:t>ớ</a:t>
            </a:r>
            <a:r>
              <a:rPr dirty="0" sz="8700"/>
              <a:t>	</a:t>
            </a:r>
            <a:r>
              <a:rPr dirty="0" sz="8700" spc="-50"/>
              <a:t>ệ</a:t>
            </a:r>
            <a:r>
              <a:rPr dirty="0" sz="8700"/>
              <a:t>	</a:t>
            </a:r>
            <a:r>
              <a:rPr dirty="0" sz="8700" spc="-50"/>
              <a:t>ự</a:t>
            </a:r>
            <a:endParaRPr sz="8700"/>
          </a:p>
        </p:txBody>
      </p:sp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24825" y="1524000"/>
            <a:ext cx="1990725" cy="1362075"/>
          </a:xfrm>
          <a:prstGeom prst="rect">
            <a:avLst/>
          </a:prstGeom>
        </p:spPr>
      </p:pic>
      <p:sp>
        <p:nvSpPr>
          <p:cNvPr id="14" name="object 1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44064" marR="806450" indent="-20320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Times New Roman"/>
                <a:cs typeface="Times New Roman"/>
              </a:rPr>
              <a:t>Tên</a:t>
            </a:r>
            <a:r>
              <a:rPr dirty="0" spc="8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đ</a:t>
            </a:r>
            <a:r>
              <a:rPr dirty="0" b="1">
                <a:latin typeface="Cambria"/>
                <a:cs typeface="Cambria"/>
              </a:rPr>
              <a:t>ề</a:t>
            </a:r>
            <a:r>
              <a:rPr dirty="0" spc="165" b="1">
                <a:latin typeface="Cambria"/>
                <a:cs typeface="Cambria"/>
              </a:rPr>
              <a:t> </a:t>
            </a:r>
            <a:r>
              <a:rPr dirty="0" b="1">
                <a:latin typeface="Times New Roman"/>
                <a:cs typeface="Times New Roman"/>
              </a:rPr>
              <a:t>tài</a:t>
            </a:r>
            <a:r>
              <a:rPr dirty="0"/>
              <a:t>:</a:t>
            </a:r>
            <a:r>
              <a:rPr dirty="0" spc="80"/>
              <a:t> </a:t>
            </a:r>
            <a:r>
              <a:rPr dirty="0">
                <a:latin typeface="Cambria"/>
                <a:cs typeface="Cambria"/>
              </a:rPr>
              <a:t>Ứ</a:t>
            </a:r>
            <a:r>
              <a:rPr dirty="0"/>
              <a:t>ng</a:t>
            </a:r>
            <a:r>
              <a:rPr dirty="0" spc="125"/>
              <a:t> </a:t>
            </a:r>
            <a:r>
              <a:rPr dirty="0"/>
              <a:t>d</a:t>
            </a:r>
            <a:r>
              <a:rPr dirty="0">
                <a:latin typeface="Cambria"/>
                <a:cs typeface="Cambria"/>
              </a:rPr>
              <a:t>ụ</a:t>
            </a:r>
            <a:r>
              <a:rPr dirty="0"/>
              <a:t>ng</a:t>
            </a:r>
            <a:r>
              <a:rPr dirty="0" spc="165"/>
              <a:t> </a:t>
            </a:r>
            <a:r>
              <a:rPr dirty="0" spc="120"/>
              <a:t>Upload</a:t>
            </a:r>
            <a:r>
              <a:rPr dirty="0" spc="254"/>
              <a:t> </a:t>
            </a:r>
            <a:r>
              <a:rPr dirty="0"/>
              <a:t>Single</a:t>
            </a:r>
            <a:r>
              <a:rPr dirty="0" spc="60"/>
              <a:t> </a:t>
            </a:r>
            <a:r>
              <a:rPr dirty="0"/>
              <a:t>File</a:t>
            </a:r>
            <a:r>
              <a:rPr dirty="0" spc="210"/>
              <a:t> </a:t>
            </a:r>
            <a:r>
              <a:rPr dirty="0"/>
              <a:t>with</a:t>
            </a:r>
            <a:r>
              <a:rPr dirty="0" spc="155"/>
              <a:t> </a:t>
            </a:r>
            <a:r>
              <a:rPr dirty="0" spc="60"/>
              <a:t>control </a:t>
            </a:r>
            <a:r>
              <a:rPr dirty="0" spc="75"/>
              <a:t>(Start,</a:t>
            </a:r>
            <a:r>
              <a:rPr dirty="0" spc="190"/>
              <a:t> </a:t>
            </a:r>
            <a:r>
              <a:rPr dirty="0" spc="75"/>
              <a:t>Stop,</a:t>
            </a:r>
            <a:r>
              <a:rPr dirty="0" spc="290"/>
              <a:t> </a:t>
            </a:r>
            <a:r>
              <a:rPr dirty="0"/>
              <a:t>Pause,</a:t>
            </a:r>
            <a:r>
              <a:rPr dirty="0" spc="290"/>
              <a:t> </a:t>
            </a:r>
            <a:r>
              <a:rPr dirty="0" spc="-10"/>
              <a:t>Resume)</a:t>
            </a:r>
          </a:p>
          <a:p>
            <a:pPr marL="320675">
              <a:lnSpc>
                <a:spcPct val="100000"/>
              </a:lnSpc>
              <a:spcBef>
                <a:spcPts val="1010"/>
              </a:spcBef>
            </a:pPr>
            <a:r>
              <a:rPr dirty="0" sz="2450" b="1">
                <a:solidFill>
                  <a:srgbClr val="000000"/>
                </a:solidFill>
                <a:latin typeface="Times New Roman"/>
                <a:cs typeface="Times New Roman"/>
              </a:rPr>
              <a:t>Mục</a:t>
            </a:r>
            <a:r>
              <a:rPr dirty="0" sz="2450" spc="-5" b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50" spc="-20" b="1">
                <a:solidFill>
                  <a:srgbClr val="000000"/>
                </a:solidFill>
                <a:latin typeface="Times New Roman"/>
                <a:cs typeface="Times New Roman"/>
              </a:rPr>
              <a:t>tiêu:</a:t>
            </a:r>
            <a:endParaRPr sz="2450">
              <a:latin typeface="Times New Roman"/>
              <a:cs typeface="Times New Roman"/>
            </a:endParaRPr>
          </a:p>
          <a:p>
            <a:pPr marL="915669">
              <a:lnSpc>
                <a:spcPct val="100000"/>
              </a:lnSpc>
              <a:spcBef>
                <a:spcPts val="960"/>
              </a:spcBef>
            </a:pPr>
            <a:r>
              <a:rPr dirty="0" sz="2450">
                <a:solidFill>
                  <a:srgbClr val="000000"/>
                </a:solidFill>
              </a:rPr>
              <a:t>Xây</a:t>
            </a:r>
            <a:r>
              <a:rPr dirty="0" sz="2450" spc="-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dựng</a:t>
            </a:r>
            <a:r>
              <a:rPr dirty="0" sz="2450" spc="1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ứng</a:t>
            </a:r>
            <a:r>
              <a:rPr dirty="0" sz="2450" spc="-2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dụng</a:t>
            </a:r>
            <a:r>
              <a:rPr dirty="0" sz="2450" spc="-10">
                <a:solidFill>
                  <a:srgbClr val="000000"/>
                </a:solidFill>
              </a:rPr>
              <a:t> Client-</a:t>
            </a:r>
            <a:r>
              <a:rPr dirty="0" sz="2450">
                <a:solidFill>
                  <a:srgbClr val="000000"/>
                </a:solidFill>
              </a:rPr>
              <a:t>Server</a:t>
            </a:r>
            <a:r>
              <a:rPr dirty="0" sz="2450" spc="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cho</a:t>
            </a:r>
            <a:r>
              <a:rPr dirty="0" sz="2450" spc="-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phép upload</a:t>
            </a:r>
            <a:r>
              <a:rPr dirty="0" sz="2450" spc="-5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một</a:t>
            </a:r>
            <a:r>
              <a:rPr dirty="0" sz="2450" spc="-4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file.</a:t>
            </a:r>
            <a:r>
              <a:rPr dirty="0" sz="2450" spc="1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Hỗ</a:t>
            </a:r>
            <a:r>
              <a:rPr dirty="0" sz="2450" spc="-45">
                <a:solidFill>
                  <a:srgbClr val="000000"/>
                </a:solidFill>
              </a:rPr>
              <a:t> </a:t>
            </a:r>
            <a:r>
              <a:rPr dirty="0" sz="2450" spc="-25">
                <a:solidFill>
                  <a:srgbClr val="000000"/>
                </a:solidFill>
              </a:rPr>
              <a:t>trợ</a:t>
            </a:r>
            <a:endParaRPr sz="2450"/>
          </a:p>
          <a:p>
            <a:pPr marL="915669">
              <a:lnSpc>
                <a:spcPts val="2935"/>
              </a:lnSpc>
              <a:spcBef>
                <a:spcPts val="65"/>
              </a:spcBef>
            </a:pPr>
            <a:r>
              <a:rPr dirty="0" sz="2450">
                <a:solidFill>
                  <a:srgbClr val="000000"/>
                </a:solidFill>
              </a:rPr>
              <a:t>chia</a:t>
            </a:r>
            <a:r>
              <a:rPr dirty="0" sz="2450" spc="-4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file</a:t>
            </a:r>
            <a:r>
              <a:rPr dirty="0" sz="2450" spc="-3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thành</a:t>
            </a:r>
            <a:r>
              <a:rPr dirty="0" sz="2450" spc="-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nhiều</a:t>
            </a:r>
            <a:r>
              <a:rPr dirty="0" sz="2450" spc="-1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chunk,</a:t>
            </a:r>
            <a:r>
              <a:rPr dirty="0" sz="2450" spc="-2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truyền</a:t>
            </a:r>
            <a:r>
              <a:rPr dirty="0" sz="2450" spc="-2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đa</a:t>
            </a:r>
            <a:r>
              <a:rPr dirty="0" sz="2450" spc="5">
                <a:solidFill>
                  <a:srgbClr val="000000"/>
                </a:solidFill>
              </a:rPr>
              <a:t> </a:t>
            </a:r>
            <a:r>
              <a:rPr dirty="0" sz="2450" spc="-10">
                <a:solidFill>
                  <a:srgbClr val="000000"/>
                </a:solidFill>
              </a:rPr>
              <a:t>luồng.</a:t>
            </a:r>
            <a:endParaRPr sz="2450"/>
          </a:p>
          <a:p>
            <a:pPr marL="915669" marR="5080">
              <a:lnSpc>
                <a:spcPts val="2930"/>
              </a:lnSpc>
              <a:spcBef>
                <a:spcPts val="100"/>
              </a:spcBef>
            </a:pPr>
            <a:r>
              <a:rPr dirty="0" sz="2450">
                <a:solidFill>
                  <a:srgbClr val="000000"/>
                </a:solidFill>
              </a:rPr>
              <a:t>Điều</a:t>
            </a:r>
            <a:r>
              <a:rPr dirty="0" sz="2450" spc="-3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khiển</a:t>
            </a:r>
            <a:r>
              <a:rPr dirty="0" sz="2450" spc="-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Start/Pause/Resume/Stop</a:t>
            </a:r>
            <a:r>
              <a:rPr dirty="0" sz="2450" spc="1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trong</a:t>
            </a:r>
            <a:r>
              <a:rPr dirty="0" sz="2450" spc="-8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cùng</a:t>
            </a:r>
            <a:r>
              <a:rPr dirty="0" sz="2450" spc="-2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phiên</a:t>
            </a:r>
            <a:r>
              <a:rPr dirty="0" sz="2450" spc="-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upload</a:t>
            </a:r>
            <a:r>
              <a:rPr dirty="0" sz="2450" spc="-6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và</a:t>
            </a:r>
            <a:r>
              <a:rPr dirty="0" sz="2450" spc="-15">
                <a:solidFill>
                  <a:srgbClr val="000000"/>
                </a:solidFill>
              </a:rPr>
              <a:t> </a:t>
            </a:r>
            <a:r>
              <a:rPr dirty="0" sz="2450" spc="-25">
                <a:solidFill>
                  <a:srgbClr val="000000"/>
                </a:solidFill>
              </a:rPr>
              <a:t>xác </a:t>
            </a:r>
            <a:r>
              <a:rPr dirty="0" sz="2450">
                <a:solidFill>
                  <a:srgbClr val="000000"/>
                </a:solidFill>
              </a:rPr>
              <a:t>minh</a:t>
            </a:r>
            <a:r>
              <a:rPr dirty="0" sz="2450" spc="-3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toàn</a:t>
            </a:r>
            <a:r>
              <a:rPr dirty="0" sz="2450" spc="-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vẹn</a:t>
            </a:r>
            <a:r>
              <a:rPr dirty="0" sz="2450" spc="-1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dữ</a:t>
            </a:r>
            <a:r>
              <a:rPr dirty="0" sz="2450" spc="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liệu</a:t>
            </a:r>
            <a:r>
              <a:rPr dirty="0" sz="2450" spc="-4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bằng</a:t>
            </a:r>
            <a:r>
              <a:rPr dirty="0" sz="2450" spc="15">
                <a:solidFill>
                  <a:srgbClr val="000000"/>
                </a:solidFill>
              </a:rPr>
              <a:t> </a:t>
            </a:r>
            <a:r>
              <a:rPr dirty="0" sz="2450" spc="-20">
                <a:solidFill>
                  <a:srgbClr val="000000"/>
                </a:solidFill>
              </a:rPr>
              <a:t>SHA-256.</a:t>
            </a:r>
            <a:endParaRPr sz="2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420350" y="1123949"/>
            <a:ext cx="7867650" cy="9163050"/>
            <a:chOff x="10420350" y="1123949"/>
            <a:chExt cx="7867650" cy="91630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48925" y="1123949"/>
              <a:ext cx="7839075" cy="916304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20350" y="7353298"/>
              <a:ext cx="7762875" cy="2905123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3475" y="8496300"/>
            <a:ext cx="485775" cy="914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72775" y="2724150"/>
            <a:ext cx="6743700" cy="29432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0" y="1524000"/>
            <a:ext cx="1790700" cy="136207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24175" y="1524000"/>
            <a:ext cx="2419350" cy="136207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5438775" y="1524000"/>
            <a:ext cx="2390775" cy="1362075"/>
            <a:chOff x="5438775" y="1524000"/>
            <a:chExt cx="2390775" cy="1362075"/>
          </a:xfrm>
        </p:grpSpPr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38775" y="1524000"/>
              <a:ext cx="1333500" cy="136207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00800" y="1524000"/>
              <a:ext cx="1428750" cy="136207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209164" y="1449006"/>
            <a:ext cx="5638800" cy="13525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73350" algn="l"/>
                <a:tab pos="4909185" algn="l"/>
              </a:tabLst>
            </a:pPr>
            <a:r>
              <a:rPr dirty="0" sz="8700" spc="-50"/>
              <a:t>ớ</a:t>
            </a:r>
            <a:r>
              <a:rPr dirty="0" sz="8700"/>
              <a:t>	</a:t>
            </a:r>
            <a:r>
              <a:rPr dirty="0" sz="8700" spc="-50"/>
              <a:t>ệ</a:t>
            </a:r>
            <a:r>
              <a:rPr dirty="0" sz="8700"/>
              <a:t>	</a:t>
            </a:r>
            <a:r>
              <a:rPr dirty="0" sz="8700" spc="-50"/>
              <a:t>ự</a:t>
            </a:r>
            <a:endParaRPr sz="8700"/>
          </a:p>
        </p:txBody>
      </p:sp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24825" y="1524000"/>
            <a:ext cx="1990725" cy="1362075"/>
          </a:xfrm>
          <a:prstGeom prst="rect">
            <a:avLst/>
          </a:prstGeom>
        </p:spPr>
      </p:pic>
      <p:sp>
        <p:nvSpPr>
          <p:cNvPr id="14" name="object 1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44064" marR="1228090" indent="-20320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Times New Roman"/>
                <a:cs typeface="Times New Roman"/>
              </a:rPr>
              <a:t>Tên</a:t>
            </a:r>
            <a:r>
              <a:rPr dirty="0" spc="8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đ</a:t>
            </a:r>
            <a:r>
              <a:rPr dirty="0" b="1">
                <a:latin typeface="Cambria"/>
                <a:cs typeface="Cambria"/>
              </a:rPr>
              <a:t>ề</a:t>
            </a:r>
            <a:r>
              <a:rPr dirty="0" spc="165" b="1">
                <a:latin typeface="Cambria"/>
                <a:cs typeface="Cambria"/>
              </a:rPr>
              <a:t> </a:t>
            </a:r>
            <a:r>
              <a:rPr dirty="0" b="1">
                <a:latin typeface="Times New Roman"/>
                <a:cs typeface="Times New Roman"/>
              </a:rPr>
              <a:t>tài</a:t>
            </a:r>
            <a:r>
              <a:rPr dirty="0"/>
              <a:t>:</a:t>
            </a:r>
            <a:r>
              <a:rPr dirty="0" spc="80"/>
              <a:t> </a:t>
            </a:r>
            <a:r>
              <a:rPr dirty="0">
                <a:latin typeface="Cambria"/>
                <a:cs typeface="Cambria"/>
              </a:rPr>
              <a:t>Ứ</a:t>
            </a:r>
            <a:r>
              <a:rPr dirty="0"/>
              <a:t>ng</a:t>
            </a:r>
            <a:r>
              <a:rPr dirty="0" spc="125"/>
              <a:t> </a:t>
            </a:r>
            <a:r>
              <a:rPr dirty="0"/>
              <a:t>d</a:t>
            </a:r>
            <a:r>
              <a:rPr dirty="0">
                <a:latin typeface="Cambria"/>
                <a:cs typeface="Cambria"/>
              </a:rPr>
              <a:t>ụ</a:t>
            </a:r>
            <a:r>
              <a:rPr dirty="0"/>
              <a:t>ng</a:t>
            </a:r>
            <a:r>
              <a:rPr dirty="0" spc="165"/>
              <a:t> </a:t>
            </a:r>
            <a:r>
              <a:rPr dirty="0" spc="120"/>
              <a:t>Upload</a:t>
            </a:r>
            <a:r>
              <a:rPr dirty="0" spc="254"/>
              <a:t> </a:t>
            </a:r>
            <a:r>
              <a:rPr dirty="0"/>
              <a:t>Single</a:t>
            </a:r>
            <a:r>
              <a:rPr dirty="0" spc="60"/>
              <a:t> </a:t>
            </a:r>
            <a:r>
              <a:rPr dirty="0"/>
              <a:t>File</a:t>
            </a:r>
            <a:r>
              <a:rPr dirty="0" spc="210"/>
              <a:t> </a:t>
            </a:r>
            <a:r>
              <a:rPr dirty="0"/>
              <a:t>with</a:t>
            </a:r>
            <a:r>
              <a:rPr dirty="0" spc="155"/>
              <a:t> </a:t>
            </a:r>
            <a:r>
              <a:rPr dirty="0" spc="60"/>
              <a:t>control </a:t>
            </a:r>
            <a:r>
              <a:rPr dirty="0" spc="75"/>
              <a:t>(Start,</a:t>
            </a:r>
            <a:r>
              <a:rPr dirty="0" spc="190"/>
              <a:t> </a:t>
            </a:r>
            <a:r>
              <a:rPr dirty="0" spc="75"/>
              <a:t>Stop,</a:t>
            </a:r>
            <a:r>
              <a:rPr dirty="0" spc="290"/>
              <a:t> </a:t>
            </a:r>
            <a:r>
              <a:rPr dirty="0"/>
              <a:t>Pause,</a:t>
            </a:r>
            <a:r>
              <a:rPr dirty="0" spc="290"/>
              <a:t> </a:t>
            </a:r>
            <a:r>
              <a:rPr dirty="0" spc="-10"/>
              <a:t>Resume)</a:t>
            </a:r>
          </a:p>
          <a:p>
            <a:pPr>
              <a:lnSpc>
                <a:spcPct val="100000"/>
              </a:lnSpc>
              <a:spcBef>
                <a:spcPts val="860"/>
              </a:spcBef>
            </a:pPr>
          </a:p>
          <a:p>
            <a:pPr marL="363855">
              <a:lnSpc>
                <a:spcPct val="100000"/>
              </a:lnSpc>
            </a:pPr>
            <a:r>
              <a:rPr dirty="0" sz="2450" b="1">
                <a:solidFill>
                  <a:srgbClr val="000000"/>
                </a:solidFill>
                <a:latin typeface="Times New Roman"/>
                <a:cs typeface="Times New Roman"/>
              </a:rPr>
              <a:t>Các</a:t>
            </a:r>
            <a:r>
              <a:rPr dirty="0" sz="2450" spc="-20" b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50" b="1">
                <a:solidFill>
                  <a:srgbClr val="000000"/>
                </a:solidFill>
                <a:latin typeface="Times New Roman"/>
                <a:cs typeface="Times New Roman"/>
              </a:rPr>
              <a:t>chức</a:t>
            </a:r>
            <a:r>
              <a:rPr dirty="0" sz="2450" spc="-45" b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50" b="1">
                <a:solidFill>
                  <a:srgbClr val="000000"/>
                </a:solidFill>
                <a:latin typeface="Times New Roman"/>
                <a:cs typeface="Times New Roman"/>
              </a:rPr>
              <a:t>năng</a:t>
            </a:r>
            <a:r>
              <a:rPr dirty="0" sz="2450" spc="-45" b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50" spc="-10" b="1">
                <a:solidFill>
                  <a:srgbClr val="000000"/>
                </a:solidFill>
                <a:latin typeface="Times New Roman"/>
                <a:cs typeface="Times New Roman"/>
              </a:rPr>
              <a:t>chính:</a:t>
            </a:r>
            <a:endParaRPr sz="2450">
              <a:latin typeface="Times New Roman"/>
              <a:cs typeface="Times New Roman"/>
            </a:endParaRPr>
          </a:p>
          <a:p>
            <a:pPr marL="915669" marR="64135">
              <a:lnSpc>
                <a:spcPct val="120000"/>
              </a:lnSpc>
            </a:pPr>
            <a:r>
              <a:rPr dirty="0" sz="2450">
                <a:solidFill>
                  <a:srgbClr val="000000"/>
                </a:solidFill>
              </a:rPr>
              <a:t>Client:</a:t>
            </a:r>
            <a:r>
              <a:rPr dirty="0" sz="2450" spc="-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chọn/kéo</a:t>
            </a:r>
            <a:r>
              <a:rPr dirty="0" sz="2450" spc="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thả</a:t>
            </a:r>
            <a:r>
              <a:rPr dirty="0" sz="2450" spc="2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file,</a:t>
            </a:r>
            <a:r>
              <a:rPr dirty="0" sz="2450" spc="4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cấu</a:t>
            </a:r>
            <a:r>
              <a:rPr dirty="0" sz="2450" spc="-5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hình</a:t>
            </a:r>
            <a:r>
              <a:rPr dirty="0" sz="2450" spc="-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chunk</a:t>
            </a:r>
            <a:r>
              <a:rPr dirty="0" sz="2450" spc="-4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size,</a:t>
            </a:r>
            <a:r>
              <a:rPr dirty="0" sz="2450" spc="-3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số</a:t>
            </a:r>
            <a:r>
              <a:rPr dirty="0" sz="2450" spc="-5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luồng,</a:t>
            </a:r>
            <a:r>
              <a:rPr dirty="0" sz="2450" spc="-2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giới</a:t>
            </a:r>
            <a:r>
              <a:rPr dirty="0" sz="2450" spc="-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hạn</a:t>
            </a:r>
            <a:r>
              <a:rPr dirty="0" sz="2450" spc="-4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tốc</a:t>
            </a:r>
            <a:r>
              <a:rPr dirty="0" sz="2450" spc="-55">
                <a:solidFill>
                  <a:srgbClr val="000000"/>
                </a:solidFill>
              </a:rPr>
              <a:t> </a:t>
            </a:r>
            <a:r>
              <a:rPr dirty="0" sz="2450" spc="-25">
                <a:solidFill>
                  <a:srgbClr val="000000"/>
                </a:solidFill>
              </a:rPr>
              <a:t>độ, </a:t>
            </a:r>
            <a:r>
              <a:rPr dirty="0" sz="2450">
                <a:solidFill>
                  <a:srgbClr val="000000"/>
                </a:solidFill>
              </a:rPr>
              <a:t>theo</a:t>
            </a:r>
            <a:r>
              <a:rPr dirty="0" sz="2450" spc="-6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dõi</a:t>
            </a:r>
            <a:r>
              <a:rPr dirty="0" sz="2450" spc="-3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tiến</a:t>
            </a:r>
            <a:r>
              <a:rPr dirty="0" sz="2450" spc="-5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trình</a:t>
            </a:r>
            <a:r>
              <a:rPr dirty="0" sz="2450" spc="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và</a:t>
            </a:r>
            <a:r>
              <a:rPr dirty="0" sz="2450" spc="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lịch</a:t>
            </a:r>
            <a:r>
              <a:rPr dirty="0" sz="2450" spc="2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sử</a:t>
            </a:r>
            <a:r>
              <a:rPr dirty="0" sz="2450" spc="-20">
                <a:solidFill>
                  <a:srgbClr val="000000"/>
                </a:solidFill>
              </a:rPr>
              <a:t> </a:t>
            </a:r>
            <a:r>
              <a:rPr dirty="0" sz="2450" spc="-10">
                <a:solidFill>
                  <a:srgbClr val="000000"/>
                </a:solidFill>
              </a:rPr>
              <a:t>upload.</a:t>
            </a:r>
            <a:endParaRPr sz="2450"/>
          </a:p>
          <a:p>
            <a:pPr marL="915669" marR="5080">
              <a:lnSpc>
                <a:spcPct val="120000"/>
              </a:lnSpc>
            </a:pPr>
            <a:r>
              <a:rPr dirty="0" sz="2450">
                <a:solidFill>
                  <a:srgbClr val="000000"/>
                </a:solidFill>
              </a:rPr>
              <a:t>Server:</a:t>
            </a:r>
            <a:r>
              <a:rPr dirty="0" sz="2450" spc="-4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tiếp</a:t>
            </a:r>
            <a:r>
              <a:rPr dirty="0" sz="2450" spc="-6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nhận</a:t>
            </a:r>
            <a:r>
              <a:rPr dirty="0" sz="2450" spc="-4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file,</a:t>
            </a:r>
            <a:r>
              <a:rPr dirty="0" sz="2450" spc="3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lưu</a:t>
            </a:r>
            <a:r>
              <a:rPr dirty="0" sz="2450" spc="1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trữ,</a:t>
            </a:r>
            <a:r>
              <a:rPr dirty="0" sz="2450" spc="3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theo</a:t>
            </a:r>
            <a:r>
              <a:rPr dirty="0" sz="2450" spc="-6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dõi</a:t>
            </a:r>
            <a:r>
              <a:rPr dirty="0" sz="2450" spc="-3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phiên</a:t>
            </a:r>
            <a:r>
              <a:rPr dirty="0" sz="2450" spc="1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truyền,</a:t>
            </a:r>
            <a:r>
              <a:rPr dirty="0" sz="2450" spc="-4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kiểm tra</a:t>
            </a:r>
            <a:r>
              <a:rPr dirty="0" sz="2450" spc="-45">
                <a:solidFill>
                  <a:srgbClr val="000000"/>
                </a:solidFill>
              </a:rPr>
              <a:t> </a:t>
            </a:r>
            <a:r>
              <a:rPr dirty="0" sz="2450" spc="-10">
                <a:solidFill>
                  <a:srgbClr val="000000"/>
                </a:solidFill>
              </a:rPr>
              <a:t>checksum. </a:t>
            </a:r>
            <a:r>
              <a:rPr dirty="0" sz="2450">
                <a:solidFill>
                  <a:srgbClr val="000000"/>
                </a:solidFill>
              </a:rPr>
              <a:t>Admin:</a:t>
            </a:r>
            <a:r>
              <a:rPr dirty="0" sz="2450" spc="-3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theo</a:t>
            </a:r>
            <a:r>
              <a:rPr dirty="0" sz="2450" spc="-5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dõi</a:t>
            </a:r>
            <a:r>
              <a:rPr dirty="0" sz="2450" spc="-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server,</a:t>
            </a:r>
            <a:r>
              <a:rPr dirty="0" sz="2450" spc="-3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tài</a:t>
            </a:r>
            <a:r>
              <a:rPr dirty="0" sz="2450" spc="-3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khoản,</a:t>
            </a:r>
            <a:r>
              <a:rPr dirty="0" sz="2450" spc="-4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file</a:t>
            </a:r>
            <a:r>
              <a:rPr dirty="0" sz="2450" spc="-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đã</a:t>
            </a:r>
            <a:r>
              <a:rPr dirty="0" sz="2450" spc="1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upload</a:t>
            </a:r>
            <a:r>
              <a:rPr dirty="0" sz="2450" spc="-5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và</a:t>
            </a:r>
            <a:r>
              <a:rPr dirty="0" sz="2450" spc="1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thống</a:t>
            </a:r>
            <a:r>
              <a:rPr dirty="0" sz="2450" spc="1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kê cơ</a:t>
            </a:r>
            <a:r>
              <a:rPr dirty="0" sz="2450" spc="20">
                <a:solidFill>
                  <a:srgbClr val="000000"/>
                </a:solidFill>
              </a:rPr>
              <a:t> </a:t>
            </a:r>
            <a:r>
              <a:rPr dirty="0" sz="2450" spc="-20">
                <a:solidFill>
                  <a:srgbClr val="000000"/>
                </a:solidFill>
              </a:rPr>
              <a:t>bản.</a:t>
            </a:r>
            <a:endParaRPr sz="24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2390775"/>
            <a:ext cx="3486150" cy="478155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40200" y="9258300"/>
            <a:ext cx="838200" cy="67627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1304925"/>
            <a:ext cx="5429250" cy="767715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291069" y="2997643"/>
            <a:ext cx="4796790" cy="263779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423545" indent="-410845">
              <a:lnSpc>
                <a:spcPct val="100000"/>
              </a:lnSpc>
              <a:spcBef>
                <a:spcPts val="1030"/>
              </a:spcBef>
              <a:buFont typeface="Wingdings"/>
              <a:buChar char=""/>
              <a:tabLst>
                <a:tab pos="423545" algn="l"/>
              </a:tabLst>
            </a:pPr>
            <a:r>
              <a:rPr dirty="0" sz="2100">
                <a:latin typeface="Times New Roman"/>
                <a:cs typeface="Times New Roman"/>
              </a:rPr>
              <a:t>B</a:t>
            </a:r>
            <a:r>
              <a:rPr dirty="0" sz="2100">
                <a:latin typeface="Cambria"/>
                <a:cs typeface="Cambria"/>
              </a:rPr>
              <a:t>ố</a:t>
            </a:r>
            <a:r>
              <a:rPr dirty="0" sz="2100">
                <a:latin typeface="Times New Roman"/>
                <a:cs typeface="Times New Roman"/>
              </a:rPr>
              <a:t>i</a:t>
            </a:r>
            <a:r>
              <a:rPr dirty="0" sz="2100" spc="1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</a:t>
            </a:r>
            <a:r>
              <a:rPr dirty="0" sz="2100">
                <a:latin typeface="Cambria"/>
                <a:cs typeface="Cambria"/>
              </a:rPr>
              <a:t>ả</a:t>
            </a:r>
            <a:r>
              <a:rPr dirty="0" sz="2100">
                <a:latin typeface="Times New Roman"/>
                <a:cs typeface="Times New Roman"/>
              </a:rPr>
              <a:t>nh</a:t>
            </a:r>
            <a:r>
              <a:rPr dirty="0" sz="2100" spc="1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</a:t>
            </a:r>
            <a:r>
              <a:rPr dirty="0" sz="2100">
                <a:latin typeface="Cambria"/>
                <a:cs typeface="Cambria"/>
              </a:rPr>
              <a:t>ự</a:t>
            </a:r>
            <a:r>
              <a:rPr dirty="0" sz="2100">
                <a:latin typeface="Times New Roman"/>
                <a:cs typeface="Times New Roman"/>
              </a:rPr>
              <a:t>c</a:t>
            </a:r>
            <a:r>
              <a:rPr dirty="0" sz="2100" spc="17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t</a:t>
            </a:r>
            <a:r>
              <a:rPr dirty="0" sz="2100" spc="-25">
                <a:latin typeface="Cambria"/>
                <a:cs typeface="Cambria"/>
              </a:rPr>
              <a:t>ế</a:t>
            </a:r>
            <a:endParaRPr sz="2100">
              <a:latin typeface="Cambria"/>
              <a:cs typeface="Cambria"/>
            </a:endParaRPr>
          </a:p>
          <a:p>
            <a:pPr marL="238125" marR="5080" indent="635">
              <a:lnSpc>
                <a:spcPct val="122100"/>
              </a:lnSpc>
              <a:spcBef>
                <a:spcPts val="375"/>
              </a:spcBef>
            </a:pPr>
            <a:r>
              <a:rPr dirty="0" sz="2100" spc="90">
                <a:solidFill>
                  <a:srgbClr val="171D2B"/>
                </a:solidFill>
                <a:latin typeface="Times New Roman"/>
                <a:cs typeface="Times New Roman"/>
              </a:rPr>
              <a:t>Nhu</a:t>
            </a:r>
            <a:r>
              <a:rPr dirty="0" sz="2100" spc="2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ầ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u</a:t>
            </a:r>
            <a:r>
              <a:rPr dirty="0" sz="2100" spc="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55">
                <a:solidFill>
                  <a:srgbClr val="171D2B"/>
                </a:solidFill>
                <a:latin typeface="Times New Roman"/>
                <a:cs typeface="Times New Roman"/>
              </a:rPr>
              <a:t>truy</a:t>
            </a:r>
            <a:r>
              <a:rPr dirty="0" sz="2100" spc="55">
                <a:solidFill>
                  <a:srgbClr val="171D2B"/>
                </a:solidFill>
                <a:latin typeface="Cambria"/>
                <a:cs typeface="Cambria"/>
              </a:rPr>
              <a:t>ề</a:t>
            </a:r>
            <a:r>
              <a:rPr dirty="0" sz="2100" spc="55">
                <a:solidFill>
                  <a:srgbClr val="171D2B"/>
                </a:solidFill>
                <a:latin typeface="Times New Roman"/>
                <a:cs typeface="Times New Roman"/>
              </a:rPr>
              <a:t>n</a:t>
            </a:r>
            <a:r>
              <a:rPr dirty="0" sz="2100" spc="1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100" spc="10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l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ớ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n</a:t>
            </a:r>
            <a:r>
              <a:rPr dirty="0" sz="2100" spc="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ngày</a:t>
            </a:r>
            <a:r>
              <a:rPr dirty="0" sz="2100" spc="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càng</a:t>
            </a:r>
            <a:r>
              <a:rPr dirty="0" sz="2100" spc="1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171D2B"/>
                </a:solidFill>
                <a:latin typeface="Times New Roman"/>
                <a:cs typeface="Times New Roman"/>
              </a:rPr>
              <a:t>cao </a:t>
            </a:r>
            <a:r>
              <a:rPr dirty="0" sz="2100" spc="75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100" spc="1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55">
                <a:solidFill>
                  <a:srgbClr val="171D2B"/>
                </a:solidFill>
                <a:latin typeface="Times New Roman"/>
                <a:cs typeface="Times New Roman"/>
              </a:rPr>
              <a:t>truy</a:t>
            </a:r>
            <a:r>
              <a:rPr dirty="0" sz="2100" spc="55">
                <a:solidFill>
                  <a:srgbClr val="171D2B"/>
                </a:solidFill>
                <a:latin typeface="Cambria"/>
                <a:cs typeface="Cambria"/>
              </a:rPr>
              <a:t>ề</a:t>
            </a:r>
            <a:r>
              <a:rPr dirty="0" sz="2100" spc="55">
                <a:solidFill>
                  <a:srgbClr val="171D2B"/>
                </a:solidFill>
                <a:latin typeface="Times New Roman"/>
                <a:cs typeface="Times New Roman"/>
              </a:rPr>
              <a:t>n</a:t>
            </a:r>
            <a:r>
              <a:rPr dirty="0" sz="2100" spc="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50">
                <a:solidFill>
                  <a:srgbClr val="171D2B"/>
                </a:solidFill>
                <a:latin typeface="Times New Roman"/>
                <a:cs typeface="Times New Roman"/>
              </a:rPr>
              <a:t>th</a:t>
            </a:r>
            <a:r>
              <a:rPr dirty="0" sz="2100" spc="50">
                <a:solidFill>
                  <a:srgbClr val="171D2B"/>
                </a:solidFill>
                <a:latin typeface="Cambria"/>
                <a:cs typeface="Cambria"/>
              </a:rPr>
              <a:t>ố</a:t>
            </a:r>
            <a:r>
              <a:rPr dirty="0" sz="2100" spc="50">
                <a:solidFill>
                  <a:srgbClr val="171D2B"/>
                </a:solidFill>
                <a:latin typeface="Times New Roman"/>
                <a:cs typeface="Times New Roman"/>
              </a:rPr>
              <a:t>ng</a:t>
            </a:r>
            <a:r>
              <a:rPr dirty="0" sz="2100" spc="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"g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ử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i</a:t>
            </a:r>
            <a:r>
              <a:rPr dirty="0" sz="210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10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ch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ờ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"</a:t>
            </a:r>
            <a:r>
              <a:rPr dirty="0" sz="2100" spc="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171D2B"/>
                </a:solidFill>
                <a:latin typeface="Times New Roman"/>
                <a:cs typeface="Times New Roman"/>
              </a:rPr>
              <a:t>thi</a:t>
            </a:r>
            <a:r>
              <a:rPr dirty="0" sz="2100" spc="-10">
                <a:solidFill>
                  <a:srgbClr val="171D2B"/>
                </a:solidFill>
                <a:latin typeface="Cambria"/>
                <a:cs typeface="Cambria"/>
              </a:rPr>
              <a:t>ế</a:t>
            </a:r>
            <a:r>
              <a:rPr dirty="0" sz="2100" spc="-10">
                <a:solidFill>
                  <a:srgbClr val="171D2B"/>
                </a:solidFill>
                <a:latin typeface="Times New Roman"/>
                <a:cs typeface="Times New Roman"/>
              </a:rPr>
              <a:t>u</a:t>
            </a:r>
            <a:endParaRPr sz="2100">
              <a:latin typeface="Times New Roman"/>
              <a:cs typeface="Times New Roman"/>
            </a:endParaRPr>
          </a:p>
          <a:p>
            <a:pPr marL="466090">
              <a:lnSpc>
                <a:spcPct val="100000"/>
              </a:lnSpc>
              <a:spcBef>
                <a:spcPts val="860"/>
              </a:spcBef>
            </a:pP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ki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ể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m</a:t>
            </a:r>
            <a:r>
              <a:rPr dirty="0" sz="2100" spc="1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soát</a:t>
            </a:r>
            <a:endParaRPr sz="2100">
              <a:latin typeface="Times New Roman"/>
              <a:cs typeface="Times New Roman"/>
            </a:endParaRPr>
          </a:p>
          <a:p>
            <a:pPr marL="239395" marR="899794">
              <a:lnSpc>
                <a:spcPct val="134000"/>
              </a:lnSpc>
              <a:spcBef>
                <a:spcPts val="450"/>
              </a:spcBef>
            </a:pP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S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ự</a:t>
            </a:r>
            <a:r>
              <a:rPr dirty="0" sz="2100" spc="125">
                <a:solidFill>
                  <a:srgbClr val="171D2B"/>
                </a:solidFill>
                <a:latin typeface="Cambria"/>
                <a:cs typeface="Cambria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ố</a:t>
            </a:r>
            <a:r>
              <a:rPr dirty="0" sz="2100" spc="120">
                <a:solidFill>
                  <a:srgbClr val="171D2B"/>
                </a:solidFill>
                <a:latin typeface="Cambria"/>
                <a:cs typeface="Cambria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m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ạ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ng</a:t>
            </a:r>
            <a:r>
              <a:rPr dirty="0" sz="2100" spc="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ph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ả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i</a:t>
            </a:r>
            <a:r>
              <a:rPr dirty="0" sz="2100" spc="1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ả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i</a:t>
            </a:r>
            <a:r>
              <a:rPr dirty="0" sz="2100" spc="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l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ạ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i</a:t>
            </a:r>
            <a:r>
              <a:rPr dirty="0" sz="2100" spc="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ừ</a:t>
            </a:r>
            <a:r>
              <a:rPr dirty="0" sz="2100" spc="185">
                <a:solidFill>
                  <a:srgbClr val="171D2B"/>
                </a:solidFill>
                <a:latin typeface="Cambria"/>
                <a:cs typeface="Cambria"/>
              </a:rPr>
              <a:t> </a:t>
            </a:r>
            <a:r>
              <a:rPr dirty="0" sz="2100" spc="-25">
                <a:solidFill>
                  <a:srgbClr val="171D2B"/>
                </a:solidFill>
                <a:latin typeface="Times New Roman"/>
                <a:cs typeface="Times New Roman"/>
              </a:rPr>
              <a:t>đ</a:t>
            </a:r>
            <a:r>
              <a:rPr dirty="0" sz="2100" spc="-25">
                <a:solidFill>
                  <a:srgbClr val="171D2B"/>
                </a:solidFill>
                <a:latin typeface="Cambria"/>
                <a:cs typeface="Cambria"/>
              </a:rPr>
              <a:t>ầ</a:t>
            </a:r>
            <a:r>
              <a:rPr dirty="0" sz="2100" spc="-25">
                <a:solidFill>
                  <a:srgbClr val="171D2B"/>
                </a:solidFill>
                <a:latin typeface="Times New Roman"/>
                <a:cs typeface="Times New Roman"/>
              </a:rPr>
              <a:t>u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Thi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ế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u</a:t>
            </a:r>
            <a:r>
              <a:rPr dirty="0" sz="2100" spc="1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xác</a:t>
            </a:r>
            <a:r>
              <a:rPr dirty="0" sz="2100" spc="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th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ự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</a:t>
            </a:r>
            <a:r>
              <a:rPr dirty="0" sz="2100" spc="1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80">
                <a:solidFill>
                  <a:srgbClr val="171D2B"/>
                </a:solidFill>
                <a:latin typeface="Times New Roman"/>
                <a:cs typeface="Times New Roman"/>
              </a:rPr>
              <a:t>toàn</a:t>
            </a:r>
            <a:r>
              <a:rPr dirty="0" sz="2100" spc="2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v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ẹ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n</a:t>
            </a:r>
            <a:r>
              <a:rPr dirty="0" sz="2100" spc="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d</a:t>
            </a:r>
            <a:r>
              <a:rPr dirty="0" sz="2100">
                <a:solidFill>
                  <a:srgbClr val="171D2B"/>
                </a:solidFill>
                <a:latin typeface="Cambria"/>
                <a:cs typeface="Cambria"/>
              </a:rPr>
              <a:t>ữ</a:t>
            </a:r>
            <a:r>
              <a:rPr dirty="0" sz="2100" spc="235">
                <a:solidFill>
                  <a:srgbClr val="171D2B"/>
                </a:solidFill>
                <a:latin typeface="Cambria"/>
                <a:cs typeface="Cambria"/>
              </a:rPr>
              <a:t> 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li</a:t>
            </a:r>
            <a:r>
              <a:rPr dirty="0" sz="2100" spc="-20">
                <a:solidFill>
                  <a:srgbClr val="171D2B"/>
                </a:solidFill>
                <a:latin typeface="Cambria"/>
                <a:cs typeface="Cambria"/>
              </a:rPr>
              <a:t>ệ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u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296150" y="1152525"/>
            <a:ext cx="5314950" cy="1114425"/>
            <a:chOff x="7296150" y="1152525"/>
            <a:chExt cx="5314950" cy="1114425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96150" y="1152525"/>
              <a:ext cx="3714750" cy="111442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39475" y="1152525"/>
              <a:ext cx="1571625" cy="111442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585068" y="1127506"/>
            <a:ext cx="2075180" cy="10210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44014" algn="l"/>
              </a:tabLst>
            </a:pPr>
            <a:r>
              <a:rPr dirty="0" sz="6500" spc="-50"/>
              <a:t>ọ</a:t>
            </a:r>
            <a:r>
              <a:rPr dirty="0" sz="6500"/>
              <a:t>	</a:t>
            </a:r>
            <a:r>
              <a:rPr dirty="0" sz="6500" spc="-50"/>
              <a:t>ề</a:t>
            </a:r>
            <a:endParaRPr sz="6500"/>
          </a:p>
        </p:txBody>
      </p: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0175" y="1152525"/>
            <a:ext cx="1524000" cy="111442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3167994" y="3157411"/>
            <a:ext cx="4164965" cy="219900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424180" indent="-411480">
              <a:lnSpc>
                <a:spcPct val="100000"/>
              </a:lnSpc>
              <a:spcBef>
                <a:spcPts val="590"/>
              </a:spcBef>
              <a:buFont typeface="Wingdings"/>
              <a:buChar char=""/>
              <a:tabLst>
                <a:tab pos="424180" algn="l"/>
              </a:tabLst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Ý</a:t>
            </a:r>
            <a:r>
              <a:rPr dirty="0" sz="21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nghĩa</a:t>
            </a:r>
            <a:r>
              <a:rPr dirty="0" sz="21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học</a:t>
            </a:r>
            <a:r>
              <a:rPr dirty="0" sz="21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thuật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Ứng</a:t>
            </a:r>
            <a:r>
              <a:rPr dirty="0" sz="21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dụng</a:t>
            </a:r>
            <a:r>
              <a:rPr dirty="0" sz="21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TCP</a:t>
            </a:r>
            <a:r>
              <a:rPr dirty="0" sz="2150" spc="-1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Socket</a:t>
            </a:r>
            <a:r>
              <a:rPr dirty="0" sz="2150" spc="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nhị</a:t>
            </a:r>
            <a:r>
              <a:rPr dirty="0" sz="21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phân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Lập</a:t>
            </a:r>
            <a:r>
              <a:rPr dirty="0" sz="2150" spc="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trình</a:t>
            </a:r>
            <a:r>
              <a:rPr dirty="0" sz="21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đa</a:t>
            </a:r>
            <a:r>
              <a:rPr dirty="0" sz="2150" spc="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luồng</a:t>
            </a:r>
            <a:r>
              <a:rPr dirty="0" sz="21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(Threading)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Thuật</a:t>
            </a:r>
            <a:r>
              <a:rPr dirty="0" sz="2150" spc="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toán</a:t>
            </a:r>
            <a:r>
              <a:rPr dirty="0" sz="215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25">
                <a:solidFill>
                  <a:srgbClr val="171D2B"/>
                </a:solidFill>
                <a:latin typeface="Times New Roman"/>
                <a:cs typeface="Times New Roman"/>
              </a:rPr>
              <a:t>SHA-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256</a:t>
            </a:r>
            <a:r>
              <a:rPr dirty="0" sz="21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&amp;</a:t>
            </a:r>
            <a:r>
              <a:rPr dirty="0" sz="215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PBKDF2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Giao</a:t>
            </a:r>
            <a:r>
              <a:rPr dirty="0" sz="21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diện</a:t>
            </a:r>
            <a:r>
              <a:rPr dirty="0" sz="2150" spc="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PyQt5,</a:t>
            </a:r>
            <a:r>
              <a:rPr dirty="0" sz="2150" spc="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SQLite/SQL</a:t>
            </a:r>
            <a:r>
              <a:rPr dirty="0" sz="2150" spc="-1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459980" y="6238176"/>
            <a:ext cx="3519804" cy="2380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9554" marR="969644" indent="-237490">
              <a:lnSpc>
                <a:spcPct val="119300"/>
              </a:lnSpc>
              <a:spcBef>
                <a:spcPts val="95"/>
              </a:spcBef>
              <a:buFont typeface="Wingdings"/>
              <a:buChar char=""/>
              <a:tabLst>
                <a:tab pos="249554" algn="l"/>
                <a:tab pos="420370" algn="l"/>
              </a:tabLst>
            </a:pPr>
            <a:r>
              <a:rPr dirty="0" sz="2150">
                <a:latin typeface="Times New Roman"/>
                <a:cs typeface="Times New Roman"/>
              </a:rPr>
              <a:t>	</a:t>
            </a:r>
            <a:r>
              <a:rPr dirty="0" sz="2150">
                <a:latin typeface="Times New Roman"/>
                <a:cs typeface="Times New Roman"/>
              </a:rPr>
              <a:t>Vấn</a:t>
            </a:r>
            <a:r>
              <a:rPr dirty="0" sz="2150" spc="6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đề</a:t>
            </a:r>
            <a:r>
              <a:rPr dirty="0" sz="2150" spc="30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tồn</a:t>
            </a:r>
            <a:r>
              <a:rPr dirty="0" sz="2150" spc="55">
                <a:latin typeface="Times New Roman"/>
                <a:cs typeface="Times New Roman"/>
              </a:rPr>
              <a:t> </a:t>
            </a:r>
            <a:r>
              <a:rPr dirty="0" sz="2150" spc="-25">
                <a:latin typeface="Times New Roman"/>
                <a:cs typeface="Times New Roman"/>
              </a:rPr>
              <a:t>tại </a:t>
            </a:r>
            <a:r>
              <a:rPr dirty="0" sz="2150">
                <a:latin typeface="Times New Roman"/>
                <a:cs typeface="Times New Roman"/>
              </a:rPr>
              <a:t>Không</a:t>
            </a:r>
            <a:r>
              <a:rPr dirty="0" sz="2150" spc="100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có</a:t>
            </a:r>
            <a:r>
              <a:rPr dirty="0" sz="2150" spc="70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chức</a:t>
            </a:r>
            <a:r>
              <a:rPr dirty="0" sz="2150" spc="20">
                <a:latin typeface="Times New Roman"/>
                <a:cs typeface="Times New Roman"/>
              </a:rPr>
              <a:t> </a:t>
            </a:r>
            <a:r>
              <a:rPr dirty="0" sz="2150" spc="-20">
                <a:latin typeface="Times New Roman"/>
                <a:cs typeface="Times New Roman"/>
              </a:rPr>
              <a:t>năng </a:t>
            </a:r>
            <a:r>
              <a:rPr dirty="0" sz="2150" spc="-10">
                <a:latin typeface="Times New Roman"/>
                <a:cs typeface="Times New Roman"/>
              </a:rPr>
              <a:t>Pause/Resume</a:t>
            </a:r>
            <a:endParaRPr sz="2150">
              <a:latin typeface="Times New Roman"/>
              <a:cs typeface="Times New Roman"/>
            </a:endParaRPr>
          </a:p>
          <a:p>
            <a:pPr marL="249554" marR="373380">
              <a:lnSpc>
                <a:spcPct val="119300"/>
              </a:lnSpc>
            </a:pPr>
            <a:r>
              <a:rPr dirty="0" sz="2150">
                <a:latin typeface="Times New Roman"/>
                <a:cs typeface="Times New Roman"/>
              </a:rPr>
              <a:t>Không</a:t>
            </a:r>
            <a:r>
              <a:rPr dirty="0" sz="2150" spc="114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xác</a:t>
            </a:r>
            <a:r>
              <a:rPr dirty="0" sz="2150" spc="100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thực</a:t>
            </a:r>
            <a:r>
              <a:rPr dirty="0" sz="2150" spc="100">
                <a:latin typeface="Times New Roman"/>
                <a:cs typeface="Times New Roman"/>
              </a:rPr>
              <a:t> </a:t>
            </a:r>
            <a:r>
              <a:rPr dirty="0" sz="2150" spc="-20">
                <a:latin typeface="Times New Roman"/>
                <a:cs typeface="Times New Roman"/>
              </a:rPr>
              <a:t>SHA-</a:t>
            </a:r>
            <a:r>
              <a:rPr dirty="0" sz="2150" spc="-25">
                <a:latin typeface="Times New Roman"/>
                <a:cs typeface="Times New Roman"/>
              </a:rPr>
              <a:t>256 </a:t>
            </a:r>
            <a:r>
              <a:rPr dirty="0" sz="2150">
                <a:latin typeface="Times New Roman"/>
                <a:cs typeface="Times New Roman"/>
              </a:rPr>
              <a:t>Lãng</a:t>
            </a:r>
            <a:r>
              <a:rPr dirty="0" sz="2150" spc="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phí</a:t>
            </a:r>
            <a:r>
              <a:rPr dirty="0" sz="2150" spc="6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băng</a:t>
            </a:r>
            <a:r>
              <a:rPr dirty="0" sz="2150" spc="100">
                <a:latin typeface="Times New Roman"/>
                <a:cs typeface="Times New Roman"/>
              </a:rPr>
              <a:t> </a:t>
            </a:r>
            <a:r>
              <a:rPr dirty="0" sz="2150" spc="-20">
                <a:latin typeface="Times New Roman"/>
                <a:cs typeface="Times New Roman"/>
              </a:rPr>
              <a:t>thông</a:t>
            </a:r>
            <a:endParaRPr sz="2150">
              <a:latin typeface="Times New Roman"/>
              <a:cs typeface="Times New Roman"/>
            </a:endParaRPr>
          </a:p>
          <a:p>
            <a:pPr marL="249554">
              <a:lnSpc>
                <a:spcPct val="100000"/>
              </a:lnSpc>
              <a:spcBef>
                <a:spcPts val="575"/>
              </a:spcBef>
            </a:pPr>
            <a:r>
              <a:rPr dirty="0" sz="2150">
                <a:latin typeface="Times New Roman"/>
                <a:cs typeface="Times New Roman"/>
              </a:rPr>
              <a:t>Không</a:t>
            </a:r>
            <a:r>
              <a:rPr dirty="0" sz="2150" spc="5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giới</a:t>
            </a:r>
            <a:r>
              <a:rPr dirty="0" sz="2150" spc="5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hạn</a:t>
            </a:r>
            <a:r>
              <a:rPr dirty="0" sz="2150" spc="4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tốc</a:t>
            </a:r>
            <a:r>
              <a:rPr dirty="0" sz="2150" spc="6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độ</a:t>
            </a:r>
            <a:r>
              <a:rPr dirty="0" sz="2150" spc="65">
                <a:latin typeface="Times New Roman"/>
                <a:cs typeface="Times New Roman"/>
              </a:rPr>
              <a:t> </a:t>
            </a:r>
            <a:r>
              <a:rPr dirty="0" sz="2150" spc="-10">
                <a:latin typeface="Times New Roman"/>
                <a:cs typeface="Times New Roman"/>
              </a:rPr>
              <a:t>truyền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167994" y="6241859"/>
            <a:ext cx="4025265" cy="214185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429259" indent="-416559">
              <a:lnSpc>
                <a:spcPct val="100000"/>
              </a:lnSpc>
              <a:spcBef>
                <a:spcPts val="635"/>
              </a:spcBef>
              <a:buFont typeface="Wingdings"/>
              <a:buChar char=""/>
              <a:tabLst>
                <a:tab pos="429259" algn="l"/>
              </a:tabLst>
            </a:pPr>
            <a:r>
              <a:rPr dirty="0" sz="2300">
                <a:latin typeface="Times New Roman"/>
                <a:cs typeface="Times New Roman"/>
              </a:rPr>
              <a:t>Ý</a:t>
            </a:r>
            <a:r>
              <a:rPr dirty="0" sz="2300" spc="5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nghĩa</a:t>
            </a:r>
            <a:r>
              <a:rPr dirty="0" sz="2300" spc="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thực</a:t>
            </a:r>
            <a:r>
              <a:rPr dirty="0" sz="2300" spc="60">
                <a:latin typeface="Times New Roman"/>
                <a:cs typeface="Times New Roman"/>
              </a:rPr>
              <a:t> </a:t>
            </a:r>
            <a:r>
              <a:rPr dirty="0" sz="2300" spc="-20">
                <a:latin typeface="Times New Roman"/>
                <a:cs typeface="Times New Roman"/>
              </a:rPr>
              <a:t>tiễn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300">
                <a:latin typeface="Times New Roman"/>
                <a:cs typeface="Times New Roman"/>
              </a:rPr>
              <a:t>Tiết</a:t>
            </a:r>
            <a:r>
              <a:rPr dirty="0" sz="2300" spc="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kiệm</a:t>
            </a:r>
            <a:r>
              <a:rPr dirty="0" sz="2300" spc="3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băng</a:t>
            </a:r>
            <a:r>
              <a:rPr dirty="0" sz="2300" spc="9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thông</a:t>
            </a:r>
            <a:r>
              <a:rPr dirty="0" sz="2300" spc="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hiệu</a:t>
            </a:r>
            <a:r>
              <a:rPr dirty="0" sz="2300" spc="30">
                <a:latin typeface="Times New Roman"/>
                <a:cs typeface="Times New Roman"/>
              </a:rPr>
              <a:t> </a:t>
            </a:r>
            <a:r>
              <a:rPr dirty="0" sz="2300" spc="-25">
                <a:latin typeface="Times New Roman"/>
                <a:cs typeface="Times New Roman"/>
              </a:rPr>
              <a:t>quả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300">
                <a:latin typeface="Times New Roman"/>
                <a:cs typeface="Times New Roman"/>
              </a:rPr>
              <a:t>Toàn</a:t>
            </a:r>
            <a:r>
              <a:rPr dirty="0" sz="2300" spc="3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vẹn</a:t>
            </a:r>
            <a:r>
              <a:rPr dirty="0" sz="2300" spc="-2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dữ</a:t>
            </a:r>
            <a:r>
              <a:rPr dirty="0" sz="2300" spc="2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liệu</a:t>
            </a:r>
            <a:r>
              <a:rPr dirty="0" sz="2300" spc="1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đạt</a:t>
            </a:r>
            <a:r>
              <a:rPr dirty="0" sz="2300" spc="-15">
                <a:latin typeface="Times New Roman"/>
                <a:cs typeface="Times New Roman"/>
              </a:rPr>
              <a:t> </a:t>
            </a:r>
            <a:r>
              <a:rPr dirty="0" sz="2300" spc="-20">
                <a:latin typeface="Times New Roman"/>
                <a:cs typeface="Times New Roman"/>
              </a:rPr>
              <a:t>100%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300">
                <a:latin typeface="Times New Roman"/>
                <a:cs typeface="Times New Roman"/>
              </a:rPr>
              <a:t>Trải</a:t>
            </a:r>
            <a:r>
              <a:rPr dirty="0" sz="2300" spc="5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nghiệm</a:t>
            </a:r>
            <a:r>
              <a:rPr dirty="0" sz="2300" spc="3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người dùng</a:t>
            </a:r>
            <a:r>
              <a:rPr dirty="0" sz="2300" spc="5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linh</a:t>
            </a:r>
            <a:r>
              <a:rPr dirty="0" sz="2300" spc="85">
                <a:latin typeface="Times New Roman"/>
                <a:cs typeface="Times New Roman"/>
              </a:rPr>
              <a:t> </a:t>
            </a:r>
            <a:r>
              <a:rPr dirty="0" sz="2300" spc="-20">
                <a:latin typeface="Times New Roman"/>
                <a:cs typeface="Times New Roman"/>
              </a:rPr>
              <a:t>hoạt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300">
                <a:latin typeface="Times New Roman"/>
                <a:cs typeface="Times New Roman"/>
              </a:rPr>
              <a:t>Tiềm</a:t>
            </a:r>
            <a:r>
              <a:rPr dirty="0" sz="2300" spc="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năng</a:t>
            </a:r>
            <a:r>
              <a:rPr dirty="0" sz="2300" spc="10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ứng</a:t>
            </a:r>
            <a:r>
              <a:rPr dirty="0" sz="2300" spc="3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dụng</a:t>
            </a:r>
            <a:r>
              <a:rPr dirty="0" sz="2300" spc="6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thương</a:t>
            </a:r>
            <a:r>
              <a:rPr dirty="0" sz="2300" spc="20">
                <a:latin typeface="Times New Roman"/>
                <a:cs typeface="Times New Roman"/>
              </a:rPr>
              <a:t> </a:t>
            </a:r>
            <a:r>
              <a:rPr dirty="0" sz="2300" spc="-25">
                <a:latin typeface="Times New Roman"/>
                <a:cs typeface="Times New Roman"/>
              </a:rPr>
              <a:t>mại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848350" y="3943350"/>
            <a:ext cx="10315575" cy="2457450"/>
            <a:chOff x="5848350" y="3943350"/>
            <a:chExt cx="10315575" cy="2457450"/>
          </a:xfrm>
        </p:grpSpPr>
        <p:sp>
          <p:nvSpPr>
            <p:cNvPr id="3" name="object 3" descr=""/>
            <p:cNvSpPr/>
            <p:nvPr/>
          </p:nvSpPr>
          <p:spPr>
            <a:xfrm>
              <a:off x="5857875" y="3952875"/>
              <a:ext cx="10296525" cy="2438400"/>
            </a:xfrm>
            <a:custGeom>
              <a:avLst/>
              <a:gdLst/>
              <a:ahLst/>
              <a:cxnLst/>
              <a:rect l="l" t="t" r="r" b="b"/>
              <a:pathLst>
                <a:path w="10296525" h="2438400">
                  <a:moveTo>
                    <a:pt x="10213086" y="0"/>
                  </a:moveTo>
                  <a:lnTo>
                    <a:pt x="83438" y="0"/>
                  </a:lnTo>
                  <a:lnTo>
                    <a:pt x="67055" y="1650"/>
                  </a:lnTo>
                  <a:lnTo>
                    <a:pt x="24384" y="24129"/>
                  </a:lnTo>
                  <a:lnTo>
                    <a:pt x="1650" y="66166"/>
                  </a:lnTo>
                  <a:lnTo>
                    <a:pt x="0" y="82423"/>
                  </a:lnTo>
                  <a:lnTo>
                    <a:pt x="0" y="2355977"/>
                  </a:lnTo>
                  <a:lnTo>
                    <a:pt x="13970" y="2401697"/>
                  </a:lnTo>
                  <a:lnTo>
                    <a:pt x="51435" y="2432177"/>
                  </a:lnTo>
                  <a:lnTo>
                    <a:pt x="83438" y="2438400"/>
                  </a:lnTo>
                  <a:lnTo>
                    <a:pt x="10213086" y="2438400"/>
                  </a:lnTo>
                  <a:lnTo>
                    <a:pt x="10259441" y="2424557"/>
                  </a:lnTo>
                  <a:lnTo>
                    <a:pt x="10290175" y="2387600"/>
                  </a:lnTo>
                  <a:lnTo>
                    <a:pt x="10296525" y="2355977"/>
                  </a:lnTo>
                  <a:lnTo>
                    <a:pt x="10296525" y="82423"/>
                  </a:lnTo>
                  <a:lnTo>
                    <a:pt x="10289921" y="50291"/>
                  </a:lnTo>
                  <a:lnTo>
                    <a:pt x="10272014" y="24129"/>
                  </a:lnTo>
                  <a:lnTo>
                    <a:pt x="10245598" y="6476"/>
                  </a:lnTo>
                  <a:lnTo>
                    <a:pt x="10213086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857875" y="3952875"/>
              <a:ext cx="10296525" cy="2438400"/>
            </a:xfrm>
            <a:custGeom>
              <a:avLst/>
              <a:gdLst/>
              <a:ahLst/>
              <a:cxnLst/>
              <a:rect l="l" t="t" r="r" b="b"/>
              <a:pathLst>
                <a:path w="10296525" h="2438400">
                  <a:moveTo>
                    <a:pt x="83438" y="0"/>
                  </a:moveTo>
                  <a:lnTo>
                    <a:pt x="10213086" y="0"/>
                  </a:lnTo>
                  <a:lnTo>
                    <a:pt x="10245598" y="6476"/>
                  </a:lnTo>
                  <a:lnTo>
                    <a:pt x="10272014" y="24129"/>
                  </a:lnTo>
                  <a:lnTo>
                    <a:pt x="10289921" y="50291"/>
                  </a:lnTo>
                  <a:lnTo>
                    <a:pt x="10296525" y="82423"/>
                  </a:lnTo>
                  <a:lnTo>
                    <a:pt x="10296525" y="2355977"/>
                  </a:lnTo>
                  <a:lnTo>
                    <a:pt x="10282555" y="2401697"/>
                  </a:lnTo>
                  <a:lnTo>
                    <a:pt x="10245090" y="2432177"/>
                  </a:lnTo>
                  <a:lnTo>
                    <a:pt x="10213086" y="2438400"/>
                  </a:lnTo>
                  <a:lnTo>
                    <a:pt x="83438" y="2438400"/>
                  </a:lnTo>
                  <a:lnTo>
                    <a:pt x="37084" y="2424557"/>
                  </a:lnTo>
                  <a:lnTo>
                    <a:pt x="6350" y="2387600"/>
                  </a:lnTo>
                  <a:lnTo>
                    <a:pt x="0" y="2355977"/>
                  </a:lnTo>
                  <a:lnTo>
                    <a:pt x="0" y="82423"/>
                  </a:lnTo>
                  <a:lnTo>
                    <a:pt x="13970" y="36702"/>
                  </a:lnTo>
                  <a:lnTo>
                    <a:pt x="51435" y="6223"/>
                  </a:lnTo>
                  <a:lnTo>
                    <a:pt x="83438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0300" y="4238625"/>
              <a:ext cx="581025" cy="28575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500" y="4238625"/>
              <a:ext cx="628650" cy="28575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9000" y="4238625"/>
              <a:ext cx="847725" cy="28575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62900" y="4238625"/>
              <a:ext cx="171450" cy="2857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8625" y="4238625"/>
              <a:ext cx="942975" cy="285750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6629400" y="6829425"/>
            <a:ext cx="10267950" cy="2476500"/>
            <a:chOff x="6629400" y="6829425"/>
            <a:chExt cx="10267950" cy="2476500"/>
          </a:xfrm>
        </p:grpSpPr>
        <p:sp>
          <p:nvSpPr>
            <p:cNvPr id="11" name="object 11" descr=""/>
            <p:cNvSpPr/>
            <p:nvPr/>
          </p:nvSpPr>
          <p:spPr>
            <a:xfrm>
              <a:off x="6638925" y="6838950"/>
              <a:ext cx="10248900" cy="2457450"/>
            </a:xfrm>
            <a:custGeom>
              <a:avLst/>
              <a:gdLst/>
              <a:ahLst/>
              <a:cxnLst/>
              <a:rect l="l" t="t" r="r" b="b"/>
              <a:pathLst>
                <a:path w="10248900" h="2457450">
                  <a:moveTo>
                    <a:pt x="10165842" y="0"/>
                  </a:moveTo>
                  <a:lnTo>
                    <a:pt x="83057" y="0"/>
                  </a:lnTo>
                  <a:lnTo>
                    <a:pt x="66801" y="1650"/>
                  </a:lnTo>
                  <a:lnTo>
                    <a:pt x="24256" y="24257"/>
                  </a:lnTo>
                  <a:lnTo>
                    <a:pt x="1650" y="66801"/>
                  </a:lnTo>
                  <a:lnTo>
                    <a:pt x="0" y="83058"/>
                  </a:lnTo>
                  <a:lnTo>
                    <a:pt x="0" y="2374455"/>
                  </a:lnTo>
                  <a:lnTo>
                    <a:pt x="13970" y="2420493"/>
                  </a:lnTo>
                  <a:lnTo>
                    <a:pt x="51180" y="2451125"/>
                  </a:lnTo>
                  <a:lnTo>
                    <a:pt x="83057" y="2457450"/>
                  </a:lnTo>
                  <a:lnTo>
                    <a:pt x="10165842" y="2457450"/>
                  </a:lnTo>
                  <a:lnTo>
                    <a:pt x="10211942" y="2443505"/>
                  </a:lnTo>
                  <a:lnTo>
                    <a:pt x="10242550" y="2406218"/>
                  </a:lnTo>
                  <a:lnTo>
                    <a:pt x="10248900" y="2374455"/>
                  </a:lnTo>
                  <a:lnTo>
                    <a:pt x="10248900" y="83058"/>
                  </a:lnTo>
                  <a:lnTo>
                    <a:pt x="10242423" y="50800"/>
                  </a:lnTo>
                  <a:lnTo>
                    <a:pt x="10224516" y="24384"/>
                  </a:lnTo>
                  <a:lnTo>
                    <a:pt x="10198100" y="6476"/>
                  </a:lnTo>
                  <a:lnTo>
                    <a:pt x="10165842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638925" y="6838950"/>
              <a:ext cx="10248900" cy="2457450"/>
            </a:xfrm>
            <a:custGeom>
              <a:avLst/>
              <a:gdLst/>
              <a:ahLst/>
              <a:cxnLst/>
              <a:rect l="l" t="t" r="r" b="b"/>
              <a:pathLst>
                <a:path w="10248900" h="2457450">
                  <a:moveTo>
                    <a:pt x="83057" y="0"/>
                  </a:moveTo>
                  <a:lnTo>
                    <a:pt x="10165842" y="0"/>
                  </a:lnTo>
                  <a:lnTo>
                    <a:pt x="10198100" y="6476"/>
                  </a:lnTo>
                  <a:lnTo>
                    <a:pt x="10224516" y="24384"/>
                  </a:lnTo>
                  <a:lnTo>
                    <a:pt x="10242423" y="50800"/>
                  </a:lnTo>
                  <a:lnTo>
                    <a:pt x="10248900" y="83058"/>
                  </a:lnTo>
                  <a:lnTo>
                    <a:pt x="10248900" y="2374455"/>
                  </a:lnTo>
                  <a:lnTo>
                    <a:pt x="10234930" y="2420493"/>
                  </a:lnTo>
                  <a:lnTo>
                    <a:pt x="10197719" y="2451125"/>
                  </a:lnTo>
                  <a:lnTo>
                    <a:pt x="10165842" y="2457450"/>
                  </a:lnTo>
                  <a:lnTo>
                    <a:pt x="83057" y="2457450"/>
                  </a:lnTo>
                  <a:lnTo>
                    <a:pt x="36956" y="2443505"/>
                  </a:lnTo>
                  <a:lnTo>
                    <a:pt x="6350" y="2406218"/>
                  </a:lnTo>
                  <a:lnTo>
                    <a:pt x="0" y="2374455"/>
                  </a:lnTo>
                  <a:lnTo>
                    <a:pt x="0" y="83058"/>
                  </a:lnTo>
                  <a:lnTo>
                    <a:pt x="13970" y="36957"/>
                  </a:lnTo>
                  <a:lnTo>
                    <a:pt x="51180" y="6350"/>
                  </a:lnTo>
                  <a:lnTo>
                    <a:pt x="83057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950709" y="4409742"/>
            <a:ext cx="9970770" cy="474535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Phân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chia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vai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trò</a:t>
            </a:r>
            <a:r>
              <a:rPr dirty="0" sz="20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rõ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ràng: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lắng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nghe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kết nối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tại cổng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cố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định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(port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8888),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chủ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động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kết</a:t>
            </a:r>
            <a:r>
              <a:rPr dirty="0" sz="20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nối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tới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Server.</a:t>
            </a:r>
            <a:endParaRPr sz="2000">
              <a:latin typeface="Times New Roman"/>
              <a:cs typeface="Times New Roman"/>
            </a:endParaRPr>
          </a:p>
          <a:p>
            <a:pPr marL="12700" marR="878205">
              <a:lnSpc>
                <a:spcPct val="125099"/>
              </a:lnSpc>
              <a:spcBef>
                <a:spcPts val="75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TCP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đảm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bảo kết nối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tin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cậy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qua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cơ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chế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3-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way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handshake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(SYN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→</a:t>
            </a:r>
            <a:r>
              <a:rPr dirty="0" sz="200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SYN-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ACK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→ACK),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đảm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bảo dữ</a:t>
            </a:r>
            <a:r>
              <a:rPr dirty="0" sz="200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liệu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nhị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phân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được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toàn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vẹn,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đúng thứ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tự.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00">
              <a:latin typeface="Times New Roman"/>
              <a:cs typeface="Times New Roman"/>
            </a:endParaRPr>
          </a:p>
          <a:p>
            <a:pPr marL="175895">
              <a:lnSpc>
                <a:spcPct val="100000"/>
              </a:lnSpc>
            </a:pPr>
            <a:r>
              <a:rPr dirty="0" sz="2400" b="1">
                <a:solidFill>
                  <a:srgbClr val="171D2B"/>
                </a:solidFill>
                <a:latin typeface="Calibri"/>
                <a:cs typeface="Calibri"/>
              </a:rPr>
              <a:t>TCP</a:t>
            </a:r>
            <a:r>
              <a:rPr dirty="0" sz="2400" spc="-45" b="1">
                <a:solidFill>
                  <a:srgbClr val="171D2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71D2B"/>
                </a:solidFill>
                <a:latin typeface="Calibri"/>
                <a:cs typeface="Calibri"/>
              </a:rPr>
              <a:t>Socket</a:t>
            </a:r>
            <a:r>
              <a:rPr dirty="0" sz="2400" spc="25" b="1">
                <a:solidFill>
                  <a:srgbClr val="171D2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71D2B"/>
                </a:solidFill>
                <a:latin typeface="Calibri"/>
                <a:cs typeface="Calibri"/>
              </a:rPr>
              <a:t>&amp;</a:t>
            </a:r>
            <a:r>
              <a:rPr dirty="0" sz="2400" spc="-55" b="1">
                <a:solidFill>
                  <a:srgbClr val="171D2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71D2B"/>
                </a:solidFill>
                <a:latin typeface="Calibri"/>
                <a:cs typeface="Calibri"/>
              </a:rPr>
              <a:t>Truyền</a:t>
            </a:r>
            <a:r>
              <a:rPr dirty="0" sz="2400" spc="-45" b="1">
                <a:solidFill>
                  <a:srgbClr val="171D2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71D2B"/>
                </a:solidFill>
                <a:latin typeface="Calibri"/>
                <a:cs typeface="Calibri"/>
              </a:rPr>
              <a:t>dữ</a:t>
            </a:r>
            <a:r>
              <a:rPr dirty="0" sz="2400" spc="-20" b="1">
                <a:solidFill>
                  <a:srgbClr val="171D2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71D2B"/>
                </a:solidFill>
                <a:latin typeface="Calibri"/>
                <a:cs typeface="Calibri"/>
              </a:rPr>
              <a:t>liệu</a:t>
            </a:r>
            <a:r>
              <a:rPr dirty="0" sz="2400" spc="-35" b="1">
                <a:solidFill>
                  <a:srgbClr val="171D2B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71D2B"/>
                </a:solidFill>
                <a:latin typeface="Calibri"/>
                <a:cs typeface="Calibri"/>
              </a:rPr>
              <a:t>nhị</a:t>
            </a:r>
            <a:r>
              <a:rPr dirty="0" sz="2400" spc="-5" b="1">
                <a:solidFill>
                  <a:srgbClr val="171D2B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171D2B"/>
                </a:solidFill>
                <a:latin typeface="Calibri"/>
                <a:cs typeface="Calibri"/>
              </a:rPr>
              <a:t>phân</a:t>
            </a:r>
            <a:endParaRPr sz="2400">
              <a:latin typeface="Calibri"/>
              <a:cs typeface="Calibri"/>
            </a:endParaRPr>
          </a:p>
          <a:p>
            <a:pPr marL="1447800">
              <a:lnSpc>
                <a:spcPct val="100000"/>
              </a:lnSpc>
              <a:spcBef>
                <a:spcPts val="1040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0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được</a:t>
            </a:r>
            <a:r>
              <a:rPr dirty="0" sz="20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chia</a:t>
            </a:r>
            <a:r>
              <a:rPr dirty="0" sz="20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thành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các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chunk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nhị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phân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để</a:t>
            </a:r>
            <a:r>
              <a:rPr dirty="0" sz="20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qua</a:t>
            </a:r>
            <a:r>
              <a:rPr dirty="0" sz="20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TCP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Socket.</a:t>
            </a:r>
            <a:endParaRPr sz="2000">
              <a:latin typeface="Times New Roman"/>
              <a:cs typeface="Times New Roman"/>
            </a:endParaRPr>
          </a:p>
          <a:p>
            <a:pPr marL="1447800">
              <a:lnSpc>
                <a:spcPct val="100000"/>
              </a:lnSpc>
              <a:spcBef>
                <a:spcPts val="680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0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ghi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dữ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liệu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theo</a:t>
            </a:r>
            <a:r>
              <a:rPr dirty="0" sz="20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offset/chunk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được</a:t>
            </a:r>
            <a:r>
              <a:rPr dirty="0" sz="200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chỉ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định,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giúp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kiểm</a:t>
            </a:r>
            <a:r>
              <a:rPr dirty="0" sz="200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soát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quá</a:t>
            </a:r>
            <a:r>
              <a:rPr dirty="0" sz="200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trình</a:t>
            </a:r>
            <a:endParaRPr sz="2000">
              <a:latin typeface="Times New Roman"/>
              <a:cs typeface="Times New Roman"/>
            </a:endParaRPr>
          </a:p>
          <a:p>
            <a:pPr marL="1447800">
              <a:lnSpc>
                <a:spcPct val="100000"/>
              </a:lnSpc>
              <a:spcBef>
                <a:spcPts val="525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ghép</a:t>
            </a:r>
            <a:r>
              <a:rPr dirty="0" sz="20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00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0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hỗ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trợ</a:t>
            </a:r>
            <a:r>
              <a:rPr dirty="0" sz="20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Pause/Resume</a:t>
            </a:r>
            <a:r>
              <a:rPr dirty="0" sz="200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trong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cùng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phiên</a:t>
            </a:r>
            <a:r>
              <a:rPr dirty="0" sz="20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upload.</a:t>
            </a:r>
            <a:endParaRPr sz="2000">
              <a:latin typeface="Times New Roman"/>
              <a:cs typeface="Times New Roman"/>
            </a:endParaRPr>
          </a:p>
          <a:p>
            <a:pPr marL="1447800">
              <a:lnSpc>
                <a:spcPct val="100000"/>
              </a:lnSpc>
              <a:spcBef>
                <a:spcPts val="605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Khi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mất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kết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nối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hoặc</a:t>
            </a:r>
            <a:r>
              <a:rPr dirty="0" sz="20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tắt</a:t>
            </a:r>
            <a:r>
              <a:rPr dirty="0" sz="20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giữa</a:t>
            </a:r>
            <a:r>
              <a:rPr dirty="0" sz="20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chừng,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phát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hiện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lỗi,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dừng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0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ghi</a:t>
            </a:r>
            <a:endParaRPr sz="2000">
              <a:latin typeface="Times New Roman"/>
              <a:cs typeface="Times New Roman"/>
            </a:endParaRPr>
          </a:p>
          <a:p>
            <a:pPr marL="1447800">
              <a:lnSpc>
                <a:spcPct val="100000"/>
              </a:lnSpc>
              <a:spcBef>
                <a:spcPts val="530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nhận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trạng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thái</a:t>
            </a:r>
            <a:r>
              <a:rPr dirty="0" sz="20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Failed.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478250" y="1181100"/>
            <a:ext cx="828675" cy="78105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744700" y="1028700"/>
            <a:ext cx="228600" cy="25717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1950" y="4448175"/>
            <a:ext cx="5505450" cy="11049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43150" y="6943725"/>
            <a:ext cx="4181475" cy="2247900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876300" y="1485900"/>
            <a:ext cx="3333750" cy="1543050"/>
            <a:chOff x="876300" y="1485900"/>
            <a:chExt cx="3333750" cy="1543050"/>
          </a:xfrm>
        </p:grpSpPr>
        <p:pic>
          <p:nvPicPr>
            <p:cNvPr id="19" name="object 1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6300" y="1533525"/>
              <a:ext cx="2066925" cy="149542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47975" y="1485900"/>
              <a:ext cx="1362075" cy="1533525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4855825" y="1006475"/>
            <a:ext cx="126364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50">
                <a:solidFill>
                  <a:srgbClr val="171D2B"/>
                </a:solidFill>
                <a:latin typeface="Calibri"/>
                <a:cs typeface="Calibri"/>
              </a:rPr>
              <a:t>ậ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963775" y="1028700"/>
            <a:ext cx="1009650" cy="257175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15870555" y="1006475"/>
            <a:ext cx="126364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50">
                <a:solidFill>
                  <a:srgbClr val="171D2B"/>
                </a:solidFill>
                <a:latin typeface="Calibri"/>
                <a:cs typeface="Calibri"/>
              </a:rPr>
              <a:t>ạ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982950" y="1028700"/>
            <a:ext cx="400050" cy="257175"/>
          </a:xfrm>
          <a:prstGeom prst="rect">
            <a:avLst/>
          </a:prstGeom>
        </p:spPr>
      </p:pic>
      <p:grpSp>
        <p:nvGrpSpPr>
          <p:cNvPr id="25" name="object 25" descr=""/>
          <p:cNvGrpSpPr/>
          <p:nvPr/>
        </p:nvGrpSpPr>
        <p:grpSpPr>
          <a:xfrm>
            <a:off x="14611350" y="1333500"/>
            <a:ext cx="1714500" cy="295275"/>
            <a:chOff x="14611350" y="1333500"/>
            <a:chExt cx="1714500" cy="295275"/>
          </a:xfrm>
        </p:grpSpPr>
        <p:pic>
          <p:nvPicPr>
            <p:cNvPr id="26" name="object 2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611350" y="1333500"/>
              <a:ext cx="1666875" cy="295275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54400" y="1333500"/>
              <a:ext cx="171450" cy="295275"/>
            </a:xfrm>
            <a:prstGeom prst="rect">
              <a:avLst/>
            </a:prstGeom>
          </p:spPr>
        </p:pic>
      </p:grpSp>
      <p:pic>
        <p:nvPicPr>
          <p:cNvPr id="28" name="object 2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440025" y="1676400"/>
            <a:ext cx="942975" cy="295275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1913254" y="1500123"/>
            <a:ext cx="2282825" cy="13646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563370" algn="l"/>
              </a:tabLst>
            </a:pPr>
            <a:r>
              <a:rPr dirty="0" sz="8750" spc="-50"/>
              <a:t>ơ</a:t>
            </a:r>
            <a:r>
              <a:rPr dirty="0" sz="8750"/>
              <a:t>	</a:t>
            </a:r>
            <a:r>
              <a:rPr dirty="0" sz="8750" spc="-50"/>
              <a:t>ở</a:t>
            </a:r>
            <a:endParaRPr sz="8750"/>
          </a:p>
        </p:txBody>
      </p:sp>
      <p:pic>
        <p:nvPicPr>
          <p:cNvPr id="30" name="object 3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429125" y="1562100"/>
            <a:ext cx="4181475" cy="1495425"/>
          </a:xfrm>
          <a:prstGeom prst="rect">
            <a:avLst/>
          </a:prstGeom>
        </p:spPr>
      </p:pic>
      <p:sp>
        <p:nvSpPr>
          <p:cNvPr id="31" name="object 31" descr=""/>
          <p:cNvSpPr txBox="1"/>
          <p:nvPr/>
        </p:nvSpPr>
        <p:spPr>
          <a:xfrm>
            <a:off x="8079105" y="1522412"/>
            <a:ext cx="587375" cy="13639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750" spc="-50" b="1">
                <a:solidFill>
                  <a:srgbClr val="2B578F"/>
                </a:solidFill>
                <a:latin typeface="Calibri"/>
                <a:cs typeface="Calibri"/>
              </a:rPr>
              <a:t>ế</a:t>
            </a:r>
            <a:endParaRPr sz="8750">
              <a:latin typeface="Calibri"/>
              <a:cs typeface="Calibri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648700" y="1562100"/>
            <a:ext cx="1104900" cy="1495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62625" y="3905250"/>
            <a:ext cx="10296525" cy="2857500"/>
            <a:chOff x="5762625" y="3905250"/>
            <a:chExt cx="10296525" cy="2857500"/>
          </a:xfrm>
        </p:grpSpPr>
        <p:sp>
          <p:nvSpPr>
            <p:cNvPr id="3" name="object 3" descr=""/>
            <p:cNvSpPr/>
            <p:nvPr/>
          </p:nvSpPr>
          <p:spPr>
            <a:xfrm>
              <a:off x="5772150" y="3914775"/>
              <a:ext cx="10248900" cy="2457450"/>
            </a:xfrm>
            <a:custGeom>
              <a:avLst/>
              <a:gdLst/>
              <a:ahLst/>
              <a:cxnLst/>
              <a:rect l="l" t="t" r="r" b="b"/>
              <a:pathLst>
                <a:path w="10248900" h="2457450">
                  <a:moveTo>
                    <a:pt x="10165842" y="0"/>
                  </a:moveTo>
                  <a:lnTo>
                    <a:pt x="83058" y="0"/>
                  </a:lnTo>
                  <a:lnTo>
                    <a:pt x="66801" y="1650"/>
                  </a:lnTo>
                  <a:lnTo>
                    <a:pt x="24257" y="24257"/>
                  </a:lnTo>
                  <a:lnTo>
                    <a:pt x="1650" y="66801"/>
                  </a:lnTo>
                  <a:lnTo>
                    <a:pt x="0" y="83058"/>
                  </a:lnTo>
                  <a:lnTo>
                    <a:pt x="0" y="2374391"/>
                  </a:lnTo>
                  <a:lnTo>
                    <a:pt x="13970" y="2420492"/>
                  </a:lnTo>
                  <a:lnTo>
                    <a:pt x="51180" y="2451100"/>
                  </a:lnTo>
                  <a:lnTo>
                    <a:pt x="83058" y="2457450"/>
                  </a:lnTo>
                  <a:lnTo>
                    <a:pt x="10165842" y="2457450"/>
                  </a:lnTo>
                  <a:lnTo>
                    <a:pt x="10211942" y="2443479"/>
                  </a:lnTo>
                  <a:lnTo>
                    <a:pt x="10242550" y="2406269"/>
                  </a:lnTo>
                  <a:lnTo>
                    <a:pt x="10248900" y="2374391"/>
                  </a:lnTo>
                  <a:lnTo>
                    <a:pt x="10248900" y="83058"/>
                  </a:lnTo>
                  <a:lnTo>
                    <a:pt x="10242423" y="50800"/>
                  </a:lnTo>
                  <a:lnTo>
                    <a:pt x="10224516" y="24384"/>
                  </a:lnTo>
                  <a:lnTo>
                    <a:pt x="10198100" y="6476"/>
                  </a:lnTo>
                  <a:lnTo>
                    <a:pt x="10165842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72150" y="3914775"/>
              <a:ext cx="10277475" cy="2838450"/>
            </a:xfrm>
            <a:custGeom>
              <a:avLst/>
              <a:gdLst/>
              <a:ahLst/>
              <a:cxnLst/>
              <a:rect l="l" t="t" r="r" b="b"/>
              <a:pathLst>
                <a:path w="10277475" h="2838450">
                  <a:moveTo>
                    <a:pt x="83312" y="0"/>
                  </a:moveTo>
                  <a:lnTo>
                    <a:pt x="10194163" y="0"/>
                  </a:lnTo>
                  <a:lnTo>
                    <a:pt x="10226548" y="7492"/>
                  </a:lnTo>
                  <a:lnTo>
                    <a:pt x="10253091" y="28066"/>
                  </a:lnTo>
                  <a:lnTo>
                    <a:pt x="10270871" y="58547"/>
                  </a:lnTo>
                  <a:lnTo>
                    <a:pt x="10277475" y="95885"/>
                  </a:lnTo>
                  <a:lnTo>
                    <a:pt x="10277475" y="2742565"/>
                  </a:lnTo>
                  <a:lnTo>
                    <a:pt x="10263505" y="2795778"/>
                  </a:lnTo>
                  <a:lnTo>
                    <a:pt x="10226040" y="2831211"/>
                  </a:lnTo>
                  <a:lnTo>
                    <a:pt x="10194163" y="2838450"/>
                  </a:lnTo>
                  <a:lnTo>
                    <a:pt x="83312" y="2838450"/>
                  </a:lnTo>
                  <a:lnTo>
                    <a:pt x="37084" y="2822321"/>
                  </a:lnTo>
                  <a:lnTo>
                    <a:pt x="6350" y="2779267"/>
                  </a:lnTo>
                  <a:lnTo>
                    <a:pt x="0" y="2742565"/>
                  </a:lnTo>
                  <a:lnTo>
                    <a:pt x="0" y="95885"/>
                  </a:lnTo>
                  <a:lnTo>
                    <a:pt x="13970" y="42672"/>
                  </a:lnTo>
                  <a:lnTo>
                    <a:pt x="51308" y="7238"/>
                  </a:lnTo>
                  <a:lnTo>
                    <a:pt x="83312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4575" y="4181475"/>
              <a:ext cx="1447800" cy="40005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0950" y="4181475"/>
              <a:ext cx="2371725" cy="40005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025005" y="4602098"/>
              <a:ext cx="8543290" cy="1495425"/>
            </a:xfrm>
            <a:custGeom>
              <a:avLst/>
              <a:gdLst/>
              <a:ahLst/>
              <a:cxnLst/>
              <a:rect l="l" t="t" r="r" b="b"/>
              <a:pathLst>
                <a:path w="8543290" h="1495425">
                  <a:moveTo>
                    <a:pt x="277101" y="1219200"/>
                  </a:moveTo>
                  <a:lnTo>
                    <a:pt x="216217" y="1219200"/>
                  </a:lnTo>
                  <a:lnTo>
                    <a:pt x="0" y="1219200"/>
                  </a:lnTo>
                  <a:lnTo>
                    <a:pt x="0" y="1495425"/>
                  </a:lnTo>
                  <a:lnTo>
                    <a:pt x="216154" y="1495425"/>
                  </a:lnTo>
                  <a:lnTo>
                    <a:pt x="277101" y="1495425"/>
                  </a:lnTo>
                  <a:lnTo>
                    <a:pt x="277101" y="1219200"/>
                  </a:lnTo>
                  <a:close/>
                </a:path>
                <a:path w="8543290" h="1495425">
                  <a:moveTo>
                    <a:pt x="611746" y="609600"/>
                  </a:moveTo>
                  <a:lnTo>
                    <a:pt x="550862" y="609600"/>
                  </a:lnTo>
                  <a:lnTo>
                    <a:pt x="0" y="609600"/>
                  </a:lnTo>
                  <a:lnTo>
                    <a:pt x="0" y="885825"/>
                  </a:lnTo>
                  <a:lnTo>
                    <a:pt x="550799" y="885825"/>
                  </a:lnTo>
                  <a:lnTo>
                    <a:pt x="611746" y="885825"/>
                  </a:lnTo>
                  <a:lnTo>
                    <a:pt x="611746" y="609600"/>
                  </a:lnTo>
                  <a:close/>
                </a:path>
                <a:path w="8543290" h="1495425">
                  <a:moveTo>
                    <a:pt x="941946" y="1219200"/>
                  </a:moveTo>
                  <a:lnTo>
                    <a:pt x="880999" y="1219200"/>
                  </a:lnTo>
                  <a:lnTo>
                    <a:pt x="277114" y="1219200"/>
                  </a:lnTo>
                  <a:lnTo>
                    <a:pt x="277114" y="1495425"/>
                  </a:lnTo>
                  <a:lnTo>
                    <a:pt x="880999" y="1495425"/>
                  </a:lnTo>
                  <a:lnTo>
                    <a:pt x="941946" y="1495425"/>
                  </a:lnTo>
                  <a:lnTo>
                    <a:pt x="941946" y="1219200"/>
                  </a:lnTo>
                  <a:close/>
                </a:path>
                <a:path w="8543290" h="1495425">
                  <a:moveTo>
                    <a:pt x="1348041" y="609600"/>
                  </a:moveTo>
                  <a:lnTo>
                    <a:pt x="611759" y="609600"/>
                  </a:lnTo>
                  <a:lnTo>
                    <a:pt x="611759" y="885825"/>
                  </a:lnTo>
                  <a:lnTo>
                    <a:pt x="1348041" y="885825"/>
                  </a:lnTo>
                  <a:lnTo>
                    <a:pt x="1348041" y="609600"/>
                  </a:lnTo>
                  <a:close/>
                </a:path>
                <a:path w="8543290" h="1495425">
                  <a:moveTo>
                    <a:pt x="3092386" y="0"/>
                  </a:moveTo>
                  <a:lnTo>
                    <a:pt x="3092386" y="0"/>
                  </a:lnTo>
                  <a:lnTo>
                    <a:pt x="0" y="0"/>
                  </a:lnTo>
                  <a:lnTo>
                    <a:pt x="0" y="276225"/>
                  </a:lnTo>
                  <a:lnTo>
                    <a:pt x="3092386" y="276225"/>
                  </a:lnTo>
                  <a:lnTo>
                    <a:pt x="3092386" y="0"/>
                  </a:lnTo>
                  <a:close/>
                </a:path>
                <a:path w="8543290" h="1495425">
                  <a:moveTo>
                    <a:pt x="3153397" y="0"/>
                  </a:moveTo>
                  <a:lnTo>
                    <a:pt x="3092450" y="0"/>
                  </a:lnTo>
                  <a:lnTo>
                    <a:pt x="3092450" y="276225"/>
                  </a:lnTo>
                  <a:lnTo>
                    <a:pt x="3153397" y="276225"/>
                  </a:lnTo>
                  <a:lnTo>
                    <a:pt x="3153397" y="0"/>
                  </a:lnTo>
                  <a:close/>
                </a:path>
                <a:path w="8543290" h="1495425">
                  <a:moveTo>
                    <a:pt x="3191751" y="1219200"/>
                  </a:moveTo>
                  <a:lnTo>
                    <a:pt x="3130804" y="1219200"/>
                  </a:lnTo>
                  <a:lnTo>
                    <a:pt x="941959" y="1219200"/>
                  </a:lnTo>
                  <a:lnTo>
                    <a:pt x="941959" y="1495425"/>
                  </a:lnTo>
                  <a:lnTo>
                    <a:pt x="3130804" y="1495425"/>
                  </a:lnTo>
                  <a:lnTo>
                    <a:pt x="3191751" y="1495425"/>
                  </a:lnTo>
                  <a:lnTo>
                    <a:pt x="3191751" y="1219200"/>
                  </a:lnTo>
                  <a:close/>
                </a:path>
                <a:path w="8543290" h="1495425">
                  <a:moveTo>
                    <a:pt x="3928046" y="1219200"/>
                  </a:moveTo>
                  <a:lnTo>
                    <a:pt x="3191764" y="1219200"/>
                  </a:lnTo>
                  <a:lnTo>
                    <a:pt x="3191764" y="1495425"/>
                  </a:lnTo>
                  <a:lnTo>
                    <a:pt x="3928046" y="1495425"/>
                  </a:lnTo>
                  <a:lnTo>
                    <a:pt x="3928046" y="1219200"/>
                  </a:lnTo>
                  <a:close/>
                </a:path>
                <a:path w="8543290" h="1495425">
                  <a:moveTo>
                    <a:pt x="4166158" y="914400"/>
                  </a:moveTo>
                  <a:lnTo>
                    <a:pt x="4084701" y="914400"/>
                  </a:lnTo>
                  <a:lnTo>
                    <a:pt x="4084574" y="914400"/>
                  </a:lnTo>
                  <a:lnTo>
                    <a:pt x="0" y="914400"/>
                  </a:lnTo>
                  <a:lnTo>
                    <a:pt x="0" y="1190625"/>
                  </a:lnTo>
                  <a:lnTo>
                    <a:pt x="4084574" y="1190625"/>
                  </a:lnTo>
                  <a:lnTo>
                    <a:pt x="4084701" y="1190625"/>
                  </a:lnTo>
                  <a:lnTo>
                    <a:pt x="4166158" y="1190625"/>
                  </a:lnTo>
                  <a:lnTo>
                    <a:pt x="4166158" y="914400"/>
                  </a:lnTo>
                  <a:close/>
                </a:path>
                <a:path w="8543290" h="1495425">
                  <a:moveTo>
                    <a:pt x="5006327" y="914400"/>
                  </a:moveTo>
                  <a:lnTo>
                    <a:pt x="4945380" y="914400"/>
                  </a:lnTo>
                  <a:lnTo>
                    <a:pt x="4166235" y="914400"/>
                  </a:lnTo>
                  <a:lnTo>
                    <a:pt x="4166235" y="1190625"/>
                  </a:lnTo>
                  <a:lnTo>
                    <a:pt x="4945380" y="1190625"/>
                  </a:lnTo>
                  <a:lnTo>
                    <a:pt x="5006327" y="1190625"/>
                  </a:lnTo>
                  <a:lnTo>
                    <a:pt x="5006327" y="914400"/>
                  </a:lnTo>
                  <a:close/>
                </a:path>
                <a:path w="8543290" h="1495425">
                  <a:moveTo>
                    <a:pt x="5393677" y="914400"/>
                  </a:moveTo>
                  <a:lnTo>
                    <a:pt x="5332730" y="914400"/>
                  </a:lnTo>
                  <a:lnTo>
                    <a:pt x="5006340" y="914400"/>
                  </a:lnTo>
                  <a:lnTo>
                    <a:pt x="5006340" y="1190625"/>
                  </a:lnTo>
                  <a:lnTo>
                    <a:pt x="5332730" y="1190625"/>
                  </a:lnTo>
                  <a:lnTo>
                    <a:pt x="5393677" y="1190625"/>
                  </a:lnTo>
                  <a:lnTo>
                    <a:pt x="5393677" y="914400"/>
                  </a:lnTo>
                  <a:close/>
                </a:path>
                <a:path w="8543290" h="1495425">
                  <a:moveTo>
                    <a:pt x="7486269" y="304800"/>
                  </a:moveTo>
                  <a:lnTo>
                    <a:pt x="7486269" y="304800"/>
                  </a:lnTo>
                  <a:lnTo>
                    <a:pt x="0" y="304800"/>
                  </a:lnTo>
                  <a:lnTo>
                    <a:pt x="0" y="581025"/>
                  </a:lnTo>
                  <a:lnTo>
                    <a:pt x="7486269" y="581025"/>
                  </a:lnTo>
                  <a:lnTo>
                    <a:pt x="7486269" y="304800"/>
                  </a:lnTo>
                  <a:close/>
                </a:path>
                <a:path w="8543290" h="1495425">
                  <a:moveTo>
                    <a:pt x="8125460" y="914400"/>
                  </a:moveTo>
                  <a:lnTo>
                    <a:pt x="5393690" y="914400"/>
                  </a:lnTo>
                  <a:lnTo>
                    <a:pt x="5393690" y="1190625"/>
                  </a:lnTo>
                  <a:lnTo>
                    <a:pt x="8125460" y="1190625"/>
                  </a:lnTo>
                  <a:lnTo>
                    <a:pt x="8125460" y="914400"/>
                  </a:lnTo>
                  <a:close/>
                </a:path>
                <a:path w="8543290" h="1495425">
                  <a:moveTo>
                    <a:pt x="8543290" y="0"/>
                  </a:moveTo>
                  <a:lnTo>
                    <a:pt x="3153410" y="0"/>
                  </a:lnTo>
                  <a:lnTo>
                    <a:pt x="3153410" y="276225"/>
                  </a:lnTo>
                  <a:lnTo>
                    <a:pt x="8543290" y="276225"/>
                  </a:lnTo>
                  <a:lnTo>
                    <a:pt x="85432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39331" y="4155122"/>
            <a:ext cx="8745855" cy="19551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4995" algn="l"/>
              </a:tabLst>
            </a:pPr>
            <a:r>
              <a:rPr dirty="0" sz="2550" spc="-50" b="1">
                <a:solidFill>
                  <a:srgbClr val="171D2B"/>
                </a:solidFill>
                <a:latin typeface="Calibri"/>
                <a:cs typeface="Calibri"/>
              </a:rPr>
              <a:t>ề</a:t>
            </a:r>
            <a:r>
              <a:rPr dirty="0" sz="2550" b="1">
                <a:solidFill>
                  <a:srgbClr val="171D2B"/>
                </a:solidFill>
                <a:latin typeface="Calibri"/>
                <a:cs typeface="Calibri"/>
              </a:rPr>
              <a:t>	</a:t>
            </a:r>
            <a:r>
              <a:rPr dirty="0" sz="2550" spc="-50" b="1">
                <a:solidFill>
                  <a:srgbClr val="171D2B"/>
                </a:solidFill>
                <a:latin typeface="Calibri"/>
                <a:cs typeface="Calibri"/>
              </a:rPr>
              <a:t>ệ</a:t>
            </a:r>
            <a:endParaRPr sz="2550">
              <a:latin typeface="Calibri"/>
              <a:cs typeface="Calibri"/>
            </a:endParaRPr>
          </a:p>
          <a:p>
            <a:pPr marL="189230">
              <a:lnSpc>
                <a:spcPct val="100000"/>
              </a:lnSpc>
              <a:spcBef>
                <a:spcPts val="120"/>
              </a:spcBef>
            </a:pP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000" spc="-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được</a:t>
            </a:r>
            <a:r>
              <a:rPr dirty="0" sz="2000" spc="-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chia</a:t>
            </a:r>
            <a:r>
              <a:rPr dirty="0" sz="2000" spc="-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thành</a:t>
            </a:r>
            <a:r>
              <a:rPr dirty="0" sz="2000" spc="-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các</a:t>
            </a:r>
            <a:r>
              <a:rPr dirty="0" sz="20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chunk</a:t>
            </a:r>
            <a:r>
              <a:rPr dirty="0" sz="2000" spc="-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nhỏ</a:t>
            </a:r>
            <a:r>
              <a:rPr dirty="0" sz="200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theo</a:t>
            </a:r>
            <a:r>
              <a:rPr dirty="0" sz="200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kích</a:t>
            </a:r>
            <a:r>
              <a:rPr dirty="0" sz="20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thước</a:t>
            </a:r>
            <a:r>
              <a:rPr dirty="0" sz="2000" spc="-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cấu</a:t>
            </a:r>
            <a:r>
              <a:rPr dirty="0" sz="200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hình</a:t>
            </a:r>
            <a:r>
              <a:rPr dirty="0" sz="2000" spc="-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1MB,</a:t>
            </a:r>
            <a:r>
              <a:rPr dirty="0" sz="20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5MB</a:t>
            </a:r>
            <a:r>
              <a:rPr dirty="0" sz="2000" spc="-10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hoặc</a:t>
            </a:r>
            <a:r>
              <a:rPr dirty="0" sz="2000" spc="-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10MB.</a:t>
            </a:r>
            <a:endParaRPr sz="2000">
              <a:latin typeface="Times New Roman"/>
              <a:cs typeface="Times New Roman"/>
            </a:endParaRPr>
          </a:p>
          <a:p>
            <a:pPr marL="189230" marR="1114425">
              <a:lnSpc>
                <a:spcPct val="100000"/>
              </a:lnSpc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Cơ</a:t>
            </a:r>
            <a:r>
              <a:rPr dirty="0" sz="2000" spc="-1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chế</a:t>
            </a:r>
            <a:r>
              <a:rPr dirty="0" sz="2000" spc="-1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này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hỗ</a:t>
            </a:r>
            <a:r>
              <a:rPr dirty="0" sz="2000" spc="-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trợ</a:t>
            </a:r>
            <a:r>
              <a:rPr dirty="0" sz="2000" spc="-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đa</a:t>
            </a:r>
            <a:r>
              <a:rPr dirty="0" sz="20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luồng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0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điều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khiển</a:t>
            </a:r>
            <a:r>
              <a:rPr dirty="0" sz="200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Pause/Resume</a:t>
            </a:r>
            <a:r>
              <a:rPr dirty="0" sz="2000" spc="-10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trong</a:t>
            </a:r>
            <a:r>
              <a:rPr dirty="0" sz="2000" spc="-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cùng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phiên</a:t>
            </a:r>
            <a:r>
              <a:rPr dirty="0" sz="2000" spc="-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upload.</a:t>
            </a:r>
            <a:endParaRPr sz="2000">
              <a:latin typeface="Times New Roman"/>
              <a:cs typeface="Times New Roman"/>
            </a:endParaRPr>
          </a:p>
          <a:p>
            <a:pPr marL="189230" marR="46863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Sau</a:t>
            </a:r>
            <a:r>
              <a:rPr dirty="0" sz="200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khi</a:t>
            </a:r>
            <a:r>
              <a:rPr dirty="0" sz="2000" spc="-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000" spc="-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xong,</a:t>
            </a:r>
            <a:r>
              <a:rPr dirty="0" sz="200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00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tính</a:t>
            </a:r>
            <a:r>
              <a:rPr dirty="0" sz="2000" spc="-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lại</a:t>
            </a:r>
            <a:r>
              <a:rPr dirty="0" sz="2000" spc="-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SHA-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256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của</a:t>
            </a:r>
            <a:r>
              <a:rPr dirty="0" sz="200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000" spc="-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đã</a:t>
            </a:r>
            <a:r>
              <a:rPr dirty="0" sz="200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nhận</a:t>
            </a:r>
            <a:r>
              <a:rPr dirty="0" sz="2000" spc="-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0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so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khớp</a:t>
            </a:r>
            <a:r>
              <a:rPr dirty="0" sz="2000" spc="-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với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giá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trị</a:t>
            </a:r>
            <a:r>
              <a:rPr dirty="0" sz="2000" spc="-1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00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gửi</a:t>
            </a:r>
            <a:r>
              <a:rPr dirty="0" sz="200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khi</a:t>
            </a:r>
            <a:r>
              <a:rPr dirty="0" sz="2000" spc="-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khởi</a:t>
            </a:r>
            <a:r>
              <a:rPr dirty="0" sz="20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tạo</a:t>
            </a:r>
            <a:r>
              <a:rPr dirty="0" sz="2000" spc="-1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phiên</a:t>
            </a:r>
            <a:r>
              <a:rPr dirty="0" sz="2000" spc="-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upload.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025005" y="6126098"/>
            <a:ext cx="8706485" cy="2762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3810">
              <a:lnSpc>
                <a:spcPts val="2175"/>
              </a:lnSpc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Nếu</a:t>
            </a:r>
            <a:r>
              <a:rPr dirty="0" sz="2000" spc="-1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checksum</a:t>
            </a:r>
            <a:r>
              <a:rPr dirty="0" sz="2000" spc="-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khớp,</a:t>
            </a:r>
            <a:r>
              <a:rPr dirty="0" sz="2000" spc="-10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000" spc="-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được</a:t>
            </a:r>
            <a:r>
              <a:rPr dirty="0" sz="200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xác</a:t>
            </a:r>
            <a:r>
              <a:rPr dirty="0" sz="2000" spc="-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nhận</a:t>
            </a:r>
            <a:r>
              <a:rPr dirty="0" sz="200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thành</a:t>
            </a:r>
            <a:r>
              <a:rPr dirty="0" sz="2000" spc="-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công;</a:t>
            </a:r>
            <a:r>
              <a:rPr dirty="0" sz="2000" spc="-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nếu</a:t>
            </a:r>
            <a:r>
              <a:rPr dirty="0" sz="200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không</a:t>
            </a:r>
            <a:r>
              <a:rPr dirty="0" sz="2000" spc="-10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khớp,</a:t>
            </a:r>
            <a:r>
              <a:rPr dirty="0" sz="200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hệ</a:t>
            </a:r>
            <a:r>
              <a:rPr dirty="0" sz="2000" spc="-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thống</a:t>
            </a:r>
            <a:r>
              <a:rPr dirty="0" sz="200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báo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25005" y="6430898"/>
            <a:ext cx="3131185" cy="2762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3810">
              <a:lnSpc>
                <a:spcPts val="2175"/>
              </a:lnSpc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lỗi</a:t>
            </a:r>
            <a:r>
              <a:rPr dirty="0" sz="200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000" spc="-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không</a:t>
            </a:r>
            <a:r>
              <a:rPr dirty="0" sz="2000" spc="-10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ghi</a:t>
            </a:r>
            <a:r>
              <a:rPr dirty="0" sz="200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nhận</a:t>
            </a:r>
            <a:r>
              <a:rPr dirty="0" sz="2000" spc="-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Verified.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123551" y="6386131"/>
            <a:ext cx="9017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171D2B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991350" y="6781800"/>
            <a:ext cx="10267950" cy="2476500"/>
            <a:chOff x="6991350" y="6781800"/>
            <a:chExt cx="10267950" cy="2476500"/>
          </a:xfrm>
        </p:grpSpPr>
        <p:sp>
          <p:nvSpPr>
            <p:cNvPr id="13" name="object 13" descr=""/>
            <p:cNvSpPr/>
            <p:nvPr/>
          </p:nvSpPr>
          <p:spPr>
            <a:xfrm>
              <a:off x="7000875" y="6791325"/>
              <a:ext cx="10248900" cy="2457450"/>
            </a:xfrm>
            <a:custGeom>
              <a:avLst/>
              <a:gdLst/>
              <a:ahLst/>
              <a:cxnLst/>
              <a:rect l="l" t="t" r="r" b="b"/>
              <a:pathLst>
                <a:path w="10248900" h="2457450">
                  <a:moveTo>
                    <a:pt x="10165842" y="0"/>
                  </a:moveTo>
                  <a:lnTo>
                    <a:pt x="83057" y="0"/>
                  </a:lnTo>
                  <a:lnTo>
                    <a:pt x="66801" y="1650"/>
                  </a:lnTo>
                  <a:lnTo>
                    <a:pt x="24256" y="24257"/>
                  </a:lnTo>
                  <a:lnTo>
                    <a:pt x="1650" y="66801"/>
                  </a:lnTo>
                  <a:lnTo>
                    <a:pt x="0" y="83058"/>
                  </a:lnTo>
                  <a:lnTo>
                    <a:pt x="0" y="2374455"/>
                  </a:lnTo>
                  <a:lnTo>
                    <a:pt x="13970" y="2420493"/>
                  </a:lnTo>
                  <a:lnTo>
                    <a:pt x="51180" y="2451125"/>
                  </a:lnTo>
                  <a:lnTo>
                    <a:pt x="83057" y="2457450"/>
                  </a:lnTo>
                  <a:lnTo>
                    <a:pt x="10165842" y="2457450"/>
                  </a:lnTo>
                  <a:lnTo>
                    <a:pt x="10211942" y="2443505"/>
                  </a:lnTo>
                  <a:lnTo>
                    <a:pt x="10242550" y="2406218"/>
                  </a:lnTo>
                  <a:lnTo>
                    <a:pt x="10248900" y="2374455"/>
                  </a:lnTo>
                  <a:lnTo>
                    <a:pt x="10248900" y="83058"/>
                  </a:lnTo>
                  <a:lnTo>
                    <a:pt x="10242423" y="50800"/>
                  </a:lnTo>
                  <a:lnTo>
                    <a:pt x="10224516" y="24384"/>
                  </a:lnTo>
                  <a:lnTo>
                    <a:pt x="10198100" y="6476"/>
                  </a:lnTo>
                  <a:lnTo>
                    <a:pt x="10165842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000875" y="6791325"/>
              <a:ext cx="10248900" cy="2457450"/>
            </a:xfrm>
            <a:custGeom>
              <a:avLst/>
              <a:gdLst/>
              <a:ahLst/>
              <a:cxnLst/>
              <a:rect l="l" t="t" r="r" b="b"/>
              <a:pathLst>
                <a:path w="10248900" h="2457450">
                  <a:moveTo>
                    <a:pt x="83057" y="0"/>
                  </a:moveTo>
                  <a:lnTo>
                    <a:pt x="10165842" y="0"/>
                  </a:lnTo>
                  <a:lnTo>
                    <a:pt x="10198100" y="6476"/>
                  </a:lnTo>
                  <a:lnTo>
                    <a:pt x="10224516" y="24384"/>
                  </a:lnTo>
                  <a:lnTo>
                    <a:pt x="10242423" y="50800"/>
                  </a:lnTo>
                  <a:lnTo>
                    <a:pt x="10248900" y="83058"/>
                  </a:lnTo>
                  <a:lnTo>
                    <a:pt x="10248900" y="2374455"/>
                  </a:lnTo>
                  <a:lnTo>
                    <a:pt x="10234930" y="2420493"/>
                  </a:lnTo>
                  <a:lnTo>
                    <a:pt x="10197719" y="2451125"/>
                  </a:lnTo>
                  <a:lnTo>
                    <a:pt x="10165842" y="2457450"/>
                  </a:lnTo>
                  <a:lnTo>
                    <a:pt x="83057" y="2457450"/>
                  </a:lnTo>
                  <a:lnTo>
                    <a:pt x="36956" y="2443505"/>
                  </a:lnTo>
                  <a:lnTo>
                    <a:pt x="6350" y="2406218"/>
                  </a:lnTo>
                  <a:lnTo>
                    <a:pt x="0" y="2374455"/>
                  </a:lnTo>
                  <a:lnTo>
                    <a:pt x="0" y="83058"/>
                  </a:lnTo>
                  <a:lnTo>
                    <a:pt x="13970" y="36957"/>
                  </a:lnTo>
                  <a:lnTo>
                    <a:pt x="51180" y="6350"/>
                  </a:lnTo>
                  <a:lnTo>
                    <a:pt x="83057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3300" y="7058025"/>
              <a:ext cx="1238250" cy="40005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20125" y="7058025"/>
              <a:ext cx="2667000" cy="4000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87100" y="7058025"/>
              <a:ext cx="247650" cy="40005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10925" y="7058025"/>
              <a:ext cx="866775" cy="40005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8263890" y="7680832"/>
              <a:ext cx="7741284" cy="1314450"/>
            </a:xfrm>
            <a:custGeom>
              <a:avLst/>
              <a:gdLst/>
              <a:ahLst/>
              <a:cxnLst/>
              <a:rect l="l" t="t" r="r" b="b"/>
              <a:pathLst>
                <a:path w="7741284" h="1314450">
                  <a:moveTo>
                    <a:pt x="426402" y="666750"/>
                  </a:moveTo>
                  <a:lnTo>
                    <a:pt x="0" y="666750"/>
                  </a:lnTo>
                  <a:lnTo>
                    <a:pt x="0" y="942975"/>
                  </a:lnTo>
                  <a:lnTo>
                    <a:pt x="426402" y="942975"/>
                  </a:lnTo>
                  <a:lnTo>
                    <a:pt x="426402" y="666750"/>
                  </a:lnTo>
                  <a:close/>
                </a:path>
                <a:path w="7741284" h="1314450">
                  <a:moveTo>
                    <a:pt x="583501" y="0"/>
                  </a:moveTo>
                  <a:lnTo>
                    <a:pt x="501967" y="0"/>
                  </a:lnTo>
                  <a:lnTo>
                    <a:pt x="0" y="0"/>
                  </a:lnTo>
                  <a:lnTo>
                    <a:pt x="0" y="276225"/>
                  </a:lnTo>
                  <a:lnTo>
                    <a:pt x="501904" y="276225"/>
                  </a:lnTo>
                  <a:lnTo>
                    <a:pt x="583501" y="276225"/>
                  </a:lnTo>
                  <a:lnTo>
                    <a:pt x="583501" y="0"/>
                  </a:lnTo>
                  <a:close/>
                </a:path>
                <a:path w="7741284" h="1314450">
                  <a:moveTo>
                    <a:pt x="811517" y="361950"/>
                  </a:moveTo>
                  <a:lnTo>
                    <a:pt x="750570" y="361950"/>
                  </a:lnTo>
                  <a:lnTo>
                    <a:pt x="434340" y="361950"/>
                  </a:lnTo>
                  <a:lnTo>
                    <a:pt x="0" y="361950"/>
                  </a:lnTo>
                  <a:lnTo>
                    <a:pt x="0" y="638175"/>
                  </a:lnTo>
                  <a:lnTo>
                    <a:pt x="434340" y="638175"/>
                  </a:lnTo>
                  <a:lnTo>
                    <a:pt x="750570" y="638175"/>
                  </a:lnTo>
                  <a:lnTo>
                    <a:pt x="811517" y="638175"/>
                  </a:lnTo>
                  <a:lnTo>
                    <a:pt x="811517" y="361950"/>
                  </a:lnTo>
                  <a:close/>
                </a:path>
                <a:path w="7741284" h="1314450">
                  <a:moveTo>
                    <a:pt x="1319847" y="0"/>
                  </a:moveTo>
                  <a:lnTo>
                    <a:pt x="1017905" y="0"/>
                  </a:lnTo>
                  <a:lnTo>
                    <a:pt x="583565" y="0"/>
                  </a:lnTo>
                  <a:lnTo>
                    <a:pt x="583565" y="276225"/>
                  </a:lnTo>
                  <a:lnTo>
                    <a:pt x="1017905" y="276225"/>
                  </a:lnTo>
                  <a:lnTo>
                    <a:pt x="1319847" y="276225"/>
                  </a:lnTo>
                  <a:lnTo>
                    <a:pt x="1319847" y="0"/>
                  </a:lnTo>
                  <a:close/>
                </a:path>
                <a:path w="7741284" h="1314450">
                  <a:moveTo>
                    <a:pt x="1504937" y="361950"/>
                  </a:moveTo>
                  <a:lnTo>
                    <a:pt x="1443990" y="361950"/>
                  </a:lnTo>
                  <a:lnTo>
                    <a:pt x="811530" y="361950"/>
                  </a:lnTo>
                  <a:lnTo>
                    <a:pt x="811530" y="638175"/>
                  </a:lnTo>
                  <a:lnTo>
                    <a:pt x="1443990" y="638175"/>
                  </a:lnTo>
                  <a:lnTo>
                    <a:pt x="1504937" y="638175"/>
                  </a:lnTo>
                  <a:lnTo>
                    <a:pt x="1504937" y="361950"/>
                  </a:lnTo>
                  <a:close/>
                </a:path>
                <a:path w="7741284" h="1314450">
                  <a:moveTo>
                    <a:pt x="1685226" y="0"/>
                  </a:moveTo>
                  <a:lnTo>
                    <a:pt x="1380871" y="0"/>
                  </a:lnTo>
                  <a:lnTo>
                    <a:pt x="1380744" y="0"/>
                  </a:lnTo>
                  <a:lnTo>
                    <a:pt x="1319911" y="0"/>
                  </a:lnTo>
                  <a:lnTo>
                    <a:pt x="1319911" y="276225"/>
                  </a:lnTo>
                  <a:lnTo>
                    <a:pt x="1380744" y="276225"/>
                  </a:lnTo>
                  <a:lnTo>
                    <a:pt x="1380871" y="276225"/>
                  </a:lnTo>
                  <a:lnTo>
                    <a:pt x="1685226" y="276225"/>
                  </a:lnTo>
                  <a:lnTo>
                    <a:pt x="1685226" y="0"/>
                  </a:lnTo>
                  <a:close/>
                </a:path>
                <a:path w="7741284" h="1314450">
                  <a:moveTo>
                    <a:pt x="1746237" y="0"/>
                  </a:moveTo>
                  <a:lnTo>
                    <a:pt x="1685290" y="0"/>
                  </a:lnTo>
                  <a:lnTo>
                    <a:pt x="1685290" y="276225"/>
                  </a:lnTo>
                  <a:lnTo>
                    <a:pt x="1746237" y="276225"/>
                  </a:lnTo>
                  <a:lnTo>
                    <a:pt x="1746237" y="0"/>
                  </a:lnTo>
                  <a:close/>
                </a:path>
                <a:path w="7741284" h="1314450">
                  <a:moveTo>
                    <a:pt x="2236089" y="0"/>
                  </a:moveTo>
                  <a:lnTo>
                    <a:pt x="2175192" y="0"/>
                  </a:lnTo>
                  <a:lnTo>
                    <a:pt x="1746250" y="0"/>
                  </a:lnTo>
                  <a:lnTo>
                    <a:pt x="1746250" y="276225"/>
                  </a:lnTo>
                  <a:lnTo>
                    <a:pt x="2175129" y="276225"/>
                  </a:lnTo>
                  <a:lnTo>
                    <a:pt x="2236089" y="276225"/>
                  </a:lnTo>
                  <a:lnTo>
                    <a:pt x="2236089" y="0"/>
                  </a:lnTo>
                  <a:close/>
                </a:path>
                <a:path w="7741284" h="1314450">
                  <a:moveTo>
                    <a:pt x="2691053" y="0"/>
                  </a:moveTo>
                  <a:lnTo>
                    <a:pt x="2609596" y="0"/>
                  </a:lnTo>
                  <a:lnTo>
                    <a:pt x="2609469" y="0"/>
                  </a:lnTo>
                  <a:lnTo>
                    <a:pt x="2236216" y="0"/>
                  </a:lnTo>
                  <a:lnTo>
                    <a:pt x="2236216" y="276225"/>
                  </a:lnTo>
                  <a:lnTo>
                    <a:pt x="2609469" y="276225"/>
                  </a:lnTo>
                  <a:lnTo>
                    <a:pt x="2609596" y="276225"/>
                  </a:lnTo>
                  <a:lnTo>
                    <a:pt x="2691053" y="276225"/>
                  </a:lnTo>
                  <a:lnTo>
                    <a:pt x="2691053" y="0"/>
                  </a:lnTo>
                  <a:close/>
                </a:path>
                <a:path w="7741284" h="1314450">
                  <a:moveTo>
                    <a:pt x="3215894" y="361950"/>
                  </a:moveTo>
                  <a:lnTo>
                    <a:pt x="2832417" y="361950"/>
                  </a:lnTo>
                  <a:lnTo>
                    <a:pt x="2002790" y="361950"/>
                  </a:lnTo>
                  <a:lnTo>
                    <a:pt x="1504950" y="361950"/>
                  </a:lnTo>
                  <a:lnTo>
                    <a:pt x="1504950" y="638175"/>
                  </a:lnTo>
                  <a:lnTo>
                    <a:pt x="2002790" y="638175"/>
                  </a:lnTo>
                  <a:lnTo>
                    <a:pt x="2832354" y="638175"/>
                  </a:lnTo>
                  <a:lnTo>
                    <a:pt x="3215894" y="638175"/>
                  </a:lnTo>
                  <a:lnTo>
                    <a:pt x="3215894" y="361950"/>
                  </a:lnTo>
                  <a:close/>
                </a:path>
                <a:path w="7741284" h="1314450">
                  <a:moveTo>
                    <a:pt x="3293364" y="1038225"/>
                  </a:moveTo>
                  <a:lnTo>
                    <a:pt x="3232467" y="1038225"/>
                  </a:lnTo>
                  <a:lnTo>
                    <a:pt x="2803525" y="1038225"/>
                  </a:lnTo>
                  <a:lnTo>
                    <a:pt x="0" y="1038225"/>
                  </a:lnTo>
                  <a:lnTo>
                    <a:pt x="0" y="1314450"/>
                  </a:lnTo>
                  <a:lnTo>
                    <a:pt x="2803525" y="1314450"/>
                  </a:lnTo>
                  <a:lnTo>
                    <a:pt x="3232404" y="1314450"/>
                  </a:lnTo>
                  <a:lnTo>
                    <a:pt x="3293364" y="1314450"/>
                  </a:lnTo>
                  <a:lnTo>
                    <a:pt x="3293364" y="1038225"/>
                  </a:lnTo>
                  <a:close/>
                </a:path>
                <a:path w="7741284" h="1314450">
                  <a:moveTo>
                    <a:pt x="3370249" y="0"/>
                  </a:moveTo>
                  <a:lnTo>
                    <a:pt x="3011170" y="0"/>
                  </a:lnTo>
                  <a:lnTo>
                    <a:pt x="2691130" y="0"/>
                  </a:lnTo>
                  <a:lnTo>
                    <a:pt x="2691130" y="276225"/>
                  </a:lnTo>
                  <a:lnTo>
                    <a:pt x="3011170" y="276225"/>
                  </a:lnTo>
                  <a:lnTo>
                    <a:pt x="3370249" y="276225"/>
                  </a:lnTo>
                  <a:lnTo>
                    <a:pt x="3370249" y="0"/>
                  </a:lnTo>
                  <a:close/>
                </a:path>
                <a:path w="7741284" h="1314450">
                  <a:moveTo>
                    <a:pt x="3521646" y="361950"/>
                  </a:moveTo>
                  <a:lnTo>
                    <a:pt x="3276968" y="361950"/>
                  </a:lnTo>
                  <a:lnTo>
                    <a:pt x="3216021" y="361950"/>
                  </a:lnTo>
                  <a:lnTo>
                    <a:pt x="3216021" y="638175"/>
                  </a:lnTo>
                  <a:lnTo>
                    <a:pt x="3276854" y="638175"/>
                  </a:lnTo>
                  <a:lnTo>
                    <a:pt x="3521646" y="638175"/>
                  </a:lnTo>
                  <a:lnTo>
                    <a:pt x="3521646" y="361950"/>
                  </a:lnTo>
                  <a:close/>
                </a:path>
                <a:path w="7741284" h="1314450">
                  <a:moveTo>
                    <a:pt x="3713467" y="1038225"/>
                  </a:moveTo>
                  <a:lnTo>
                    <a:pt x="3652583" y="1038225"/>
                  </a:lnTo>
                  <a:lnTo>
                    <a:pt x="3293491" y="1038225"/>
                  </a:lnTo>
                  <a:lnTo>
                    <a:pt x="3293491" y="1314450"/>
                  </a:lnTo>
                  <a:lnTo>
                    <a:pt x="3652520" y="1314450"/>
                  </a:lnTo>
                  <a:lnTo>
                    <a:pt x="3713467" y="1314450"/>
                  </a:lnTo>
                  <a:lnTo>
                    <a:pt x="3713467" y="1038225"/>
                  </a:lnTo>
                  <a:close/>
                </a:path>
                <a:path w="7741284" h="1314450">
                  <a:moveTo>
                    <a:pt x="4139882" y="1038225"/>
                  </a:moveTo>
                  <a:lnTo>
                    <a:pt x="3713480" y="1038225"/>
                  </a:lnTo>
                  <a:lnTo>
                    <a:pt x="3713480" y="1314450"/>
                  </a:lnTo>
                  <a:lnTo>
                    <a:pt x="4139882" y="1314450"/>
                  </a:lnTo>
                  <a:lnTo>
                    <a:pt x="4139882" y="1038225"/>
                  </a:lnTo>
                  <a:close/>
                </a:path>
                <a:path w="7741284" h="1314450">
                  <a:moveTo>
                    <a:pt x="4333176" y="361950"/>
                  </a:moveTo>
                  <a:lnTo>
                    <a:pt x="4098607" y="361950"/>
                  </a:lnTo>
                  <a:lnTo>
                    <a:pt x="3582670" y="361950"/>
                  </a:lnTo>
                  <a:lnTo>
                    <a:pt x="3521710" y="361950"/>
                  </a:lnTo>
                  <a:lnTo>
                    <a:pt x="3521710" y="638175"/>
                  </a:lnTo>
                  <a:lnTo>
                    <a:pt x="3582670" y="638175"/>
                  </a:lnTo>
                  <a:lnTo>
                    <a:pt x="4098544" y="638175"/>
                  </a:lnTo>
                  <a:lnTo>
                    <a:pt x="4333176" y="638175"/>
                  </a:lnTo>
                  <a:lnTo>
                    <a:pt x="4333176" y="361950"/>
                  </a:lnTo>
                  <a:close/>
                </a:path>
                <a:path w="7741284" h="1314450">
                  <a:moveTo>
                    <a:pt x="4394187" y="361950"/>
                  </a:moveTo>
                  <a:lnTo>
                    <a:pt x="4333240" y="361950"/>
                  </a:lnTo>
                  <a:lnTo>
                    <a:pt x="4333240" y="638175"/>
                  </a:lnTo>
                  <a:lnTo>
                    <a:pt x="4394187" y="638175"/>
                  </a:lnTo>
                  <a:lnTo>
                    <a:pt x="4394187" y="361950"/>
                  </a:lnTo>
                  <a:close/>
                </a:path>
                <a:path w="7741284" h="1314450">
                  <a:moveTo>
                    <a:pt x="4559871" y="1038225"/>
                  </a:moveTo>
                  <a:lnTo>
                    <a:pt x="4200893" y="1038225"/>
                  </a:lnTo>
                  <a:lnTo>
                    <a:pt x="4139946" y="1038225"/>
                  </a:lnTo>
                  <a:lnTo>
                    <a:pt x="4139946" y="1314450"/>
                  </a:lnTo>
                  <a:lnTo>
                    <a:pt x="4200779" y="1314450"/>
                  </a:lnTo>
                  <a:lnTo>
                    <a:pt x="4559871" y="1314450"/>
                  </a:lnTo>
                  <a:lnTo>
                    <a:pt x="4559871" y="1038225"/>
                  </a:lnTo>
                  <a:close/>
                </a:path>
                <a:path w="7741284" h="1314450">
                  <a:moveTo>
                    <a:pt x="5311076" y="1038225"/>
                  </a:moveTo>
                  <a:lnTo>
                    <a:pt x="5311076" y="1038225"/>
                  </a:lnTo>
                  <a:lnTo>
                    <a:pt x="4559935" y="1038225"/>
                  </a:lnTo>
                  <a:lnTo>
                    <a:pt x="4559935" y="1314450"/>
                  </a:lnTo>
                  <a:lnTo>
                    <a:pt x="5311076" y="1314450"/>
                  </a:lnTo>
                  <a:lnTo>
                    <a:pt x="5311076" y="1038225"/>
                  </a:lnTo>
                  <a:close/>
                </a:path>
                <a:path w="7741284" h="1314450">
                  <a:moveTo>
                    <a:pt x="5566346" y="361950"/>
                  </a:moveTo>
                  <a:lnTo>
                    <a:pt x="5566346" y="361950"/>
                  </a:lnTo>
                  <a:lnTo>
                    <a:pt x="4394200" y="361950"/>
                  </a:lnTo>
                  <a:lnTo>
                    <a:pt x="4394200" y="638175"/>
                  </a:lnTo>
                  <a:lnTo>
                    <a:pt x="5566346" y="638175"/>
                  </a:lnTo>
                  <a:lnTo>
                    <a:pt x="5566346" y="361950"/>
                  </a:lnTo>
                  <a:close/>
                </a:path>
                <a:path w="7741284" h="1314450">
                  <a:moveTo>
                    <a:pt x="5581002" y="0"/>
                  </a:moveTo>
                  <a:lnTo>
                    <a:pt x="5581002" y="0"/>
                  </a:lnTo>
                  <a:lnTo>
                    <a:pt x="3370326" y="0"/>
                  </a:lnTo>
                  <a:lnTo>
                    <a:pt x="3370326" y="276225"/>
                  </a:lnTo>
                  <a:lnTo>
                    <a:pt x="5581002" y="276225"/>
                  </a:lnTo>
                  <a:lnTo>
                    <a:pt x="5581002" y="0"/>
                  </a:lnTo>
                  <a:close/>
                </a:path>
                <a:path w="7741284" h="1314450">
                  <a:moveTo>
                    <a:pt x="5969254" y="0"/>
                  </a:moveTo>
                  <a:lnTo>
                    <a:pt x="5908357" y="0"/>
                  </a:lnTo>
                  <a:lnTo>
                    <a:pt x="5581015" y="0"/>
                  </a:lnTo>
                  <a:lnTo>
                    <a:pt x="5581015" y="276225"/>
                  </a:lnTo>
                  <a:lnTo>
                    <a:pt x="5908294" y="276225"/>
                  </a:lnTo>
                  <a:lnTo>
                    <a:pt x="5969254" y="276225"/>
                  </a:lnTo>
                  <a:lnTo>
                    <a:pt x="5969254" y="0"/>
                  </a:lnTo>
                  <a:close/>
                </a:path>
                <a:path w="7741284" h="1314450">
                  <a:moveTo>
                    <a:pt x="5990209" y="361950"/>
                  </a:moveTo>
                  <a:lnTo>
                    <a:pt x="5929312" y="361950"/>
                  </a:lnTo>
                  <a:lnTo>
                    <a:pt x="5627370" y="361950"/>
                  </a:lnTo>
                  <a:lnTo>
                    <a:pt x="5566410" y="361950"/>
                  </a:lnTo>
                  <a:lnTo>
                    <a:pt x="5566410" y="638175"/>
                  </a:lnTo>
                  <a:lnTo>
                    <a:pt x="5627370" y="638175"/>
                  </a:lnTo>
                  <a:lnTo>
                    <a:pt x="5929249" y="638175"/>
                  </a:lnTo>
                  <a:lnTo>
                    <a:pt x="5990209" y="638175"/>
                  </a:lnTo>
                  <a:lnTo>
                    <a:pt x="5990209" y="361950"/>
                  </a:lnTo>
                  <a:close/>
                </a:path>
                <a:path w="7741284" h="1314450">
                  <a:moveTo>
                    <a:pt x="6015037" y="1038225"/>
                  </a:moveTo>
                  <a:lnTo>
                    <a:pt x="5372100" y="1038225"/>
                  </a:lnTo>
                  <a:lnTo>
                    <a:pt x="5311140" y="1038225"/>
                  </a:lnTo>
                  <a:lnTo>
                    <a:pt x="5311140" y="1314450"/>
                  </a:lnTo>
                  <a:lnTo>
                    <a:pt x="5372100" y="1314450"/>
                  </a:lnTo>
                  <a:lnTo>
                    <a:pt x="6015037" y="1314450"/>
                  </a:lnTo>
                  <a:lnTo>
                    <a:pt x="6015037" y="1038225"/>
                  </a:lnTo>
                  <a:close/>
                </a:path>
                <a:path w="7741284" h="1314450">
                  <a:moveTo>
                    <a:pt x="7320534" y="361950"/>
                  </a:moveTo>
                  <a:lnTo>
                    <a:pt x="7320534" y="361950"/>
                  </a:lnTo>
                  <a:lnTo>
                    <a:pt x="5990336" y="361950"/>
                  </a:lnTo>
                  <a:lnTo>
                    <a:pt x="5990336" y="638175"/>
                  </a:lnTo>
                  <a:lnTo>
                    <a:pt x="7320534" y="638175"/>
                  </a:lnTo>
                  <a:lnTo>
                    <a:pt x="7320534" y="361950"/>
                  </a:lnTo>
                  <a:close/>
                </a:path>
                <a:path w="7741284" h="1314450">
                  <a:moveTo>
                    <a:pt x="7740713" y="361950"/>
                  </a:moveTo>
                  <a:lnTo>
                    <a:pt x="7320661" y="361950"/>
                  </a:lnTo>
                  <a:lnTo>
                    <a:pt x="7320661" y="638175"/>
                  </a:lnTo>
                  <a:lnTo>
                    <a:pt x="7740713" y="638175"/>
                  </a:lnTo>
                  <a:lnTo>
                    <a:pt x="7740713" y="3619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8255634" y="7046277"/>
            <a:ext cx="7712075" cy="19646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  <a:tabLst>
                <a:tab pos="1679575" algn="l"/>
              </a:tabLst>
            </a:pPr>
            <a:r>
              <a:rPr dirty="0" sz="2550" spc="-50" b="1">
                <a:solidFill>
                  <a:srgbClr val="171D2B"/>
                </a:solidFill>
                <a:latin typeface="Calibri"/>
                <a:cs typeface="Calibri"/>
              </a:rPr>
              <a:t>ự</a:t>
            </a:r>
            <a:r>
              <a:rPr dirty="0" sz="2550" b="1">
                <a:solidFill>
                  <a:srgbClr val="171D2B"/>
                </a:solidFill>
                <a:latin typeface="Calibri"/>
                <a:cs typeface="Calibri"/>
              </a:rPr>
              <a:t>	</a:t>
            </a:r>
            <a:r>
              <a:rPr dirty="0" sz="2550" spc="-50" b="1">
                <a:solidFill>
                  <a:srgbClr val="171D2B"/>
                </a:solidFill>
                <a:latin typeface="Calibri"/>
                <a:cs typeface="Calibri"/>
              </a:rPr>
              <a:t>ẹ</a:t>
            </a:r>
            <a:endParaRPr sz="2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SHA-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256</a:t>
            </a:r>
            <a:r>
              <a:rPr dirty="0" sz="20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tạo</a:t>
            </a:r>
            <a:r>
              <a:rPr dirty="0" sz="2000" spc="-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mã</a:t>
            </a:r>
            <a:r>
              <a:rPr dirty="0" sz="200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băm</a:t>
            </a:r>
            <a:r>
              <a:rPr dirty="0" sz="2000" spc="-1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256-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bit</a:t>
            </a:r>
            <a:r>
              <a:rPr dirty="0" sz="20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cho</a:t>
            </a:r>
            <a:r>
              <a:rPr dirty="0" sz="2000" spc="-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toàn</a:t>
            </a:r>
            <a:r>
              <a:rPr dirty="0" sz="2000" spc="-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bộ</a:t>
            </a:r>
            <a:r>
              <a:rPr dirty="0" sz="200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000" spc="-10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trước</a:t>
            </a:r>
            <a:r>
              <a:rPr dirty="0" sz="2000" spc="-10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khi</a:t>
            </a:r>
            <a:r>
              <a:rPr dirty="0" sz="20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gửi.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Sau</a:t>
            </a:r>
            <a:r>
              <a:rPr dirty="0" sz="2000" spc="-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khi</a:t>
            </a:r>
            <a:r>
              <a:rPr dirty="0" sz="2000" spc="-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0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xong,</a:t>
            </a:r>
            <a:r>
              <a:rPr dirty="0" sz="200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000" spc="-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tính</a:t>
            </a:r>
            <a:r>
              <a:rPr dirty="0" sz="200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lại</a:t>
            </a:r>
            <a:r>
              <a:rPr dirty="0" sz="2000" spc="-1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hash</a:t>
            </a:r>
            <a:r>
              <a:rPr dirty="0" sz="2000" spc="-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000" spc="-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so</a:t>
            </a:r>
            <a:r>
              <a:rPr dirty="0" sz="2000" spc="-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khớp</a:t>
            </a:r>
            <a:r>
              <a:rPr dirty="0" sz="2000" spc="-10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với</a:t>
            </a:r>
            <a:r>
              <a:rPr dirty="0" sz="2000" spc="-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giá</a:t>
            </a:r>
            <a:r>
              <a:rPr dirty="0" sz="2000" spc="-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trị</a:t>
            </a:r>
            <a:r>
              <a:rPr dirty="0" sz="2000" spc="-1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00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gửi</a:t>
            </a:r>
            <a:r>
              <a:rPr dirty="0" sz="20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qua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lệnh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MULTIPART_FINALIZE,</a:t>
            </a:r>
            <a:r>
              <a:rPr dirty="0" sz="200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đảm</a:t>
            </a:r>
            <a:r>
              <a:rPr dirty="0" sz="2000" spc="-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bảo</a:t>
            </a:r>
            <a:r>
              <a:rPr dirty="0" sz="200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toàn</a:t>
            </a:r>
            <a:r>
              <a:rPr dirty="0" sz="20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vẹn</a:t>
            </a:r>
            <a:r>
              <a:rPr dirty="0" sz="2000" spc="-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dữ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liệu</a:t>
            </a:r>
            <a:r>
              <a:rPr dirty="0" sz="200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100%.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440150" y="1104900"/>
            <a:ext cx="771525" cy="78105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28750" y="4038600"/>
            <a:ext cx="4219575" cy="2105025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48100" y="6867525"/>
            <a:ext cx="2476500" cy="2476500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8700" y="1562100"/>
            <a:ext cx="1790700" cy="1495425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76550" y="1562100"/>
            <a:ext cx="1200150" cy="1495425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913254" y="1522412"/>
            <a:ext cx="2282190" cy="13639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563370" algn="l"/>
              </a:tabLst>
            </a:pPr>
            <a:r>
              <a:rPr dirty="0" sz="8750" spc="-50"/>
              <a:t>ơ</a:t>
            </a:r>
            <a:r>
              <a:rPr dirty="0" sz="8750"/>
              <a:t>	</a:t>
            </a:r>
            <a:r>
              <a:rPr dirty="0" sz="8750" spc="-50"/>
              <a:t>ở</a:t>
            </a:r>
            <a:endParaRPr sz="8750"/>
          </a:p>
        </p:txBody>
      </p:sp>
      <p:pic>
        <p:nvPicPr>
          <p:cNvPr id="27" name="object 2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429125" y="1562100"/>
            <a:ext cx="4181475" cy="1495425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8079105" y="1522412"/>
            <a:ext cx="587375" cy="13639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750" spc="-50" b="1">
                <a:solidFill>
                  <a:srgbClr val="2B578F"/>
                </a:solidFill>
                <a:latin typeface="Calibri"/>
                <a:cs typeface="Calibri"/>
              </a:rPr>
              <a:t>ế</a:t>
            </a:r>
            <a:endParaRPr sz="8750">
              <a:latin typeface="Calibri"/>
              <a:cs typeface="Calibri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48700" y="1562100"/>
            <a:ext cx="1104900" cy="1495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076700" y="3905250"/>
            <a:ext cx="13181330" cy="5400675"/>
            <a:chOff x="4076700" y="3905250"/>
            <a:chExt cx="13181330" cy="5400675"/>
          </a:xfrm>
        </p:grpSpPr>
        <p:sp>
          <p:nvSpPr>
            <p:cNvPr id="3" name="object 3" descr=""/>
            <p:cNvSpPr/>
            <p:nvPr/>
          </p:nvSpPr>
          <p:spPr>
            <a:xfrm>
              <a:off x="5772150" y="3914775"/>
              <a:ext cx="10248900" cy="2457450"/>
            </a:xfrm>
            <a:custGeom>
              <a:avLst/>
              <a:gdLst/>
              <a:ahLst/>
              <a:cxnLst/>
              <a:rect l="l" t="t" r="r" b="b"/>
              <a:pathLst>
                <a:path w="10248900" h="2457450">
                  <a:moveTo>
                    <a:pt x="10165842" y="0"/>
                  </a:moveTo>
                  <a:lnTo>
                    <a:pt x="83058" y="0"/>
                  </a:lnTo>
                  <a:lnTo>
                    <a:pt x="66801" y="1650"/>
                  </a:lnTo>
                  <a:lnTo>
                    <a:pt x="24257" y="24257"/>
                  </a:lnTo>
                  <a:lnTo>
                    <a:pt x="1650" y="66801"/>
                  </a:lnTo>
                  <a:lnTo>
                    <a:pt x="0" y="83058"/>
                  </a:lnTo>
                  <a:lnTo>
                    <a:pt x="0" y="2374391"/>
                  </a:lnTo>
                  <a:lnTo>
                    <a:pt x="13970" y="2420492"/>
                  </a:lnTo>
                  <a:lnTo>
                    <a:pt x="51180" y="2451100"/>
                  </a:lnTo>
                  <a:lnTo>
                    <a:pt x="83058" y="2457450"/>
                  </a:lnTo>
                  <a:lnTo>
                    <a:pt x="10165842" y="2457450"/>
                  </a:lnTo>
                  <a:lnTo>
                    <a:pt x="10211942" y="2443479"/>
                  </a:lnTo>
                  <a:lnTo>
                    <a:pt x="10242550" y="2406269"/>
                  </a:lnTo>
                  <a:lnTo>
                    <a:pt x="10248900" y="2374391"/>
                  </a:lnTo>
                  <a:lnTo>
                    <a:pt x="10248900" y="83058"/>
                  </a:lnTo>
                  <a:lnTo>
                    <a:pt x="10242423" y="50800"/>
                  </a:lnTo>
                  <a:lnTo>
                    <a:pt x="10224516" y="24384"/>
                  </a:lnTo>
                  <a:lnTo>
                    <a:pt x="10198100" y="6476"/>
                  </a:lnTo>
                  <a:lnTo>
                    <a:pt x="10165842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72150" y="3914775"/>
              <a:ext cx="10248900" cy="2457450"/>
            </a:xfrm>
            <a:custGeom>
              <a:avLst/>
              <a:gdLst/>
              <a:ahLst/>
              <a:cxnLst/>
              <a:rect l="l" t="t" r="r" b="b"/>
              <a:pathLst>
                <a:path w="10248900" h="2457450">
                  <a:moveTo>
                    <a:pt x="83058" y="0"/>
                  </a:moveTo>
                  <a:lnTo>
                    <a:pt x="10165842" y="0"/>
                  </a:lnTo>
                  <a:lnTo>
                    <a:pt x="10198100" y="6476"/>
                  </a:lnTo>
                  <a:lnTo>
                    <a:pt x="10224516" y="24384"/>
                  </a:lnTo>
                  <a:lnTo>
                    <a:pt x="10242423" y="50800"/>
                  </a:lnTo>
                  <a:lnTo>
                    <a:pt x="10248900" y="83058"/>
                  </a:lnTo>
                  <a:lnTo>
                    <a:pt x="10248900" y="2374391"/>
                  </a:lnTo>
                  <a:lnTo>
                    <a:pt x="10234930" y="2420492"/>
                  </a:lnTo>
                  <a:lnTo>
                    <a:pt x="10197719" y="2451100"/>
                  </a:lnTo>
                  <a:lnTo>
                    <a:pt x="10165842" y="2457450"/>
                  </a:lnTo>
                  <a:lnTo>
                    <a:pt x="83058" y="2457450"/>
                  </a:lnTo>
                  <a:lnTo>
                    <a:pt x="36957" y="2443479"/>
                  </a:lnTo>
                  <a:lnTo>
                    <a:pt x="6350" y="2406269"/>
                  </a:lnTo>
                  <a:lnTo>
                    <a:pt x="0" y="2374391"/>
                  </a:lnTo>
                  <a:lnTo>
                    <a:pt x="0" y="83058"/>
                  </a:lnTo>
                  <a:lnTo>
                    <a:pt x="13970" y="36957"/>
                  </a:lnTo>
                  <a:lnTo>
                    <a:pt x="51180" y="6350"/>
                  </a:lnTo>
                  <a:lnTo>
                    <a:pt x="83058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4575" y="4181475"/>
              <a:ext cx="3695700" cy="40005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6700" y="6029325"/>
              <a:ext cx="2028825" cy="327660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996176" y="6757923"/>
              <a:ext cx="10248900" cy="2458085"/>
            </a:xfrm>
            <a:custGeom>
              <a:avLst/>
              <a:gdLst/>
              <a:ahLst/>
              <a:cxnLst/>
              <a:rect l="l" t="t" r="r" b="b"/>
              <a:pathLst>
                <a:path w="10248900" h="2458084">
                  <a:moveTo>
                    <a:pt x="10165715" y="0"/>
                  </a:moveTo>
                  <a:lnTo>
                    <a:pt x="82930" y="0"/>
                  </a:lnTo>
                  <a:lnTo>
                    <a:pt x="66675" y="1650"/>
                  </a:lnTo>
                  <a:lnTo>
                    <a:pt x="24129" y="24256"/>
                  </a:lnTo>
                  <a:lnTo>
                    <a:pt x="1524" y="66801"/>
                  </a:lnTo>
                  <a:lnTo>
                    <a:pt x="0" y="83058"/>
                  </a:lnTo>
                  <a:lnTo>
                    <a:pt x="0" y="2374455"/>
                  </a:lnTo>
                  <a:lnTo>
                    <a:pt x="13843" y="2420581"/>
                  </a:lnTo>
                  <a:lnTo>
                    <a:pt x="51180" y="2451188"/>
                  </a:lnTo>
                  <a:lnTo>
                    <a:pt x="82930" y="2457513"/>
                  </a:lnTo>
                  <a:lnTo>
                    <a:pt x="10165715" y="2457513"/>
                  </a:lnTo>
                  <a:lnTo>
                    <a:pt x="10211943" y="2443581"/>
                  </a:lnTo>
                  <a:lnTo>
                    <a:pt x="10242550" y="2406281"/>
                  </a:lnTo>
                  <a:lnTo>
                    <a:pt x="10248900" y="2374455"/>
                  </a:lnTo>
                  <a:lnTo>
                    <a:pt x="10248900" y="83058"/>
                  </a:lnTo>
                  <a:lnTo>
                    <a:pt x="10242295" y="50800"/>
                  </a:lnTo>
                  <a:lnTo>
                    <a:pt x="10224516" y="24384"/>
                  </a:lnTo>
                  <a:lnTo>
                    <a:pt x="10198100" y="6603"/>
                  </a:lnTo>
                  <a:lnTo>
                    <a:pt x="10165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996176" y="6757923"/>
              <a:ext cx="10248900" cy="2458085"/>
            </a:xfrm>
            <a:custGeom>
              <a:avLst/>
              <a:gdLst/>
              <a:ahLst/>
              <a:cxnLst/>
              <a:rect l="l" t="t" r="r" b="b"/>
              <a:pathLst>
                <a:path w="10248900" h="2458084">
                  <a:moveTo>
                    <a:pt x="10165715" y="0"/>
                  </a:moveTo>
                  <a:lnTo>
                    <a:pt x="82930" y="0"/>
                  </a:lnTo>
                  <a:lnTo>
                    <a:pt x="66675" y="1650"/>
                  </a:lnTo>
                  <a:lnTo>
                    <a:pt x="24129" y="24256"/>
                  </a:lnTo>
                  <a:lnTo>
                    <a:pt x="1524" y="66801"/>
                  </a:lnTo>
                  <a:lnTo>
                    <a:pt x="0" y="83058"/>
                  </a:lnTo>
                  <a:lnTo>
                    <a:pt x="0" y="2374455"/>
                  </a:lnTo>
                  <a:lnTo>
                    <a:pt x="13843" y="2420581"/>
                  </a:lnTo>
                  <a:lnTo>
                    <a:pt x="51180" y="2451188"/>
                  </a:lnTo>
                  <a:lnTo>
                    <a:pt x="82930" y="2457513"/>
                  </a:lnTo>
                  <a:lnTo>
                    <a:pt x="10165715" y="2457513"/>
                  </a:lnTo>
                  <a:lnTo>
                    <a:pt x="10211943" y="2443581"/>
                  </a:lnTo>
                  <a:lnTo>
                    <a:pt x="10242550" y="2406281"/>
                  </a:lnTo>
                  <a:lnTo>
                    <a:pt x="10248900" y="2374455"/>
                  </a:lnTo>
                  <a:lnTo>
                    <a:pt x="10248900" y="83058"/>
                  </a:lnTo>
                  <a:lnTo>
                    <a:pt x="10242295" y="50800"/>
                  </a:lnTo>
                  <a:lnTo>
                    <a:pt x="10224516" y="24384"/>
                  </a:lnTo>
                  <a:lnTo>
                    <a:pt x="10198100" y="6603"/>
                  </a:lnTo>
                  <a:lnTo>
                    <a:pt x="10165715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54450" y="1095375"/>
            <a:ext cx="685800" cy="8001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305300"/>
            <a:ext cx="5657849" cy="120015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0" y="1562100"/>
            <a:ext cx="1790700" cy="149542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76550" y="1562100"/>
            <a:ext cx="1200150" cy="149542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913254" y="1522412"/>
            <a:ext cx="2282190" cy="13639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563370" algn="l"/>
              </a:tabLst>
            </a:pPr>
            <a:r>
              <a:rPr dirty="0" sz="8750" spc="-50"/>
              <a:t>ơ</a:t>
            </a:r>
            <a:r>
              <a:rPr dirty="0" sz="8750"/>
              <a:t>	</a:t>
            </a:r>
            <a:r>
              <a:rPr dirty="0" sz="8750" spc="-50"/>
              <a:t>ở</a:t>
            </a:r>
            <a:endParaRPr sz="8750"/>
          </a:p>
        </p:txBody>
      </p:sp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29125" y="1562100"/>
            <a:ext cx="4181475" cy="149542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8079105" y="1522412"/>
            <a:ext cx="587375" cy="13639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750" spc="-50" b="1">
                <a:solidFill>
                  <a:srgbClr val="2B578F"/>
                </a:solidFill>
                <a:latin typeface="Calibri"/>
                <a:cs typeface="Calibri"/>
              </a:rPr>
              <a:t>ế</a:t>
            </a:r>
            <a:endParaRPr sz="8750">
              <a:latin typeface="Calibri"/>
              <a:cs typeface="Calibri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48700" y="1562100"/>
            <a:ext cx="1104900" cy="1495425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7016115" y="4092927"/>
            <a:ext cx="9096375" cy="507873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014855">
              <a:lnSpc>
                <a:spcPct val="100000"/>
              </a:lnSpc>
              <a:spcBef>
                <a:spcPts val="590"/>
              </a:spcBef>
            </a:pPr>
            <a:r>
              <a:rPr dirty="0" sz="2550" spc="-50" b="1">
                <a:solidFill>
                  <a:srgbClr val="171D2B"/>
                </a:solidFill>
                <a:latin typeface="Calibri"/>
                <a:cs typeface="Calibri"/>
              </a:rPr>
              <a:t>ồ</a:t>
            </a:r>
            <a:endParaRPr sz="2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Worker</a:t>
            </a:r>
            <a:r>
              <a:rPr dirty="0" sz="20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Thread</a:t>
            </a:r>
            <a:r>
              <a:rPr dirty="0" sz="20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xử</a:t>
            </a:r>
            <a:r>
              <a:rPr dirty="0" sz="20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lý</a:t>
            </a:r>
            <a:r>
              <a:rPr dirty="0" sz="20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tải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00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độc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lập,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tránh</a:t>
            </a:r>
            <a:r>
              <a:rPr dirty="0" sz="20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treo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giao</a:t>
            </a:r>
            <a:r>
              <a:rPr dirty="0" sz="200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diện.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PyqtSignal</a:t>
            </a:r>
            <a:r>
              <a:rPr dirty="0" sz="200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cập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nhật</a:t>
            </a:r>
            <a:r>
              <a:rPr dirty="0" sz="200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UI</a:t>
            </a:r>
            <a:r>
              <a:rPr dirty="0" sz="20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theo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thời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gian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thực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từ</a:t>
            </a:r>
            <a:r>
              <a:rPr dirty="0" sz="20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luồng</a:t>
            </a:r>
            <a:r>
              <a:rPr dirty="0" sz="20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nền.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đa luồng</a:t>
            </a:r>
            <a:r>
              <a:rPr dirty="0" sz="20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phục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vụ</a:t>
            </a:r>
            <a:r>
              <a:rPr dirty="0" sz="20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nhiều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đồng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thời,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mỗi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kết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nối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được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xử</a:t>
            </a:r>
            <a:r>
              <a:rPr dirty="0" sz="20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lý</a:t>
            </a:r>
            <a:r>
              <a:rPr dirty="0" sz="20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bởi</a:t>
            </a:r>
            <a:r>
              <a:rPr dirty="0" sz="200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một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thread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riêng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biệt.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2000">
              <a:latin typeface="Times New Roman"/>
              <a:cs typeface="Times New Roman"/>
            </a:endParaRPr>
          </a:p>
          <a:p>
            <a:pPr marL="657225">
              <a:lnSpc>
                <a:spcPct val="100000"/>
              </a:lnSpc>
            </a:pPr>
            <a:r>
              <a:rPr dirty="0" sz="2400" b="1">
                <a:latin typeface="Calibri"/>
                <a:cs typeface="Calibri"/>
              </a:rPr>
              <a:t>SQLite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&amp; Quản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lý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dữ</a:t>
            </a:r>
            <a:r>
              <a:rPr dirty="0" sz="2400" spc="-10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liệu</a:t>
            </a:r>
            <a:endParaRPr sz="2400">
              <a:latin typeface="Calibri"/>
              <a:cs typeface="Calibri"/>
            </a:endParaRPr>
          </a:p>
          <a:p>
            <a:pPr marL="1414780" marR="181610">
              <a:lnSpc>
                <a:spcPct val="122000"/>
              </a:lnSpc>
              <a:spcBef>
                <a:spcPts val="295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SQLite lưu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trữ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tài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khoản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người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dùng,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mật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khẩu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đã</a:t>
            </a:r>
            <a:r>
              <a:rPr dirty="0" sz="2000" spc="-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hash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bằng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PBKDF2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và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thông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tin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đăng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nhập.</a:t>
            </a:r>
            <a:endParaRPr sz="2000">
              <a:latin typeface="Times New Roman"/>
              <a:cs typeface="Times New Roman"/>
            </a:endParaRPr>
          </a:p>
          <a:p>
            <a:pPr marL="1414780">
              <a:lnSpc>
                <a:spcPct val="100000"/>
              </a:lnSpc>
              <a:spcBef>
                <a:spcPts val="675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Lịch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sử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0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phía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được</a:t>
            </a:r>
            <a:r>
              <a:rPr dirty="0" sz="20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lưu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trong file</a:t>
            </a:r>
            <a:r>
              <a:rPr dirty="0" sz="200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JSON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cục</a:t>
            </a:r>
            <a:r>
              <a:rPr dirty="0" sz="20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bộ.</a:t>
            </a:r>
            <a:endParaRPr sz="2000">
              <a:latin typeface="Times New Roman"/>
              <a:cs typeface="Times New Roman"/>
            </a:endParaRPr>
          </a:p>
          <a:p>
            <a:pPr marL="1414780">
              <a:lnSpc>
                <a:spcPct val="100000"/>
              </a:lnSpc>
              <a:spcBef>
                <a:spcPts val="605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SQL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00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được</a:t>
            </a:r>
            <a:r>
              <a:rPr dirty="0" sz="20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dùng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để</a:t>
            </a:r>
            <a:r>
              <a:rPr dirty="0" sz="20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đồng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bộ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thông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tin</a:t>
            </a:r>
            <a:r>
              <a:rPr dirty="0" sz="20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file/log nếu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môi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trường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có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cấu</a:t>
            </a:r>
            <a:endParaRPr sz="2000">
              <a:latin typeface="Times New Roman"/>
              <a:cs typeface="Times New Roman"/>
            </a:endParaRPr>
          </a:p>
          <a:p>
            <a:pPr marL="1414780">
              <a:lnSpc>
                <a:spcPct val="100000"/>
              </a:lnSpc>
              <a:spcBef>
                <a:spcPts val="530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hình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hỗ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trợ.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1038223"/>
            <a:ext cx="7924800" cy="92487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8572500"/>
            <a:ext cx="771525" cy="7810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1704975"/>
            <a:ext cx="1076325" cy="68580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400300" y="1704975"/>
            <a:ext cx="3381375" cy="685800"/>
            <a:chOff x="2400300" y="1704975"/>
            <a:chExt cx="3381375" cy="685800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0300" y="1704975"/>
              <a:ext cx="1409700" cy="6858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1875" y="1704975"/>
              <a:ext cx="438150" cy="6858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95725" y="1704975"/>
              <a:ext cx="990600" cy="6858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05375" y="1704975"/>
              <a:ext cx="876300" cy="685800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4634229" y="1686559"/>
            <a:ext cx="1197610" cy="643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5194" algn="l"/>
              </a:tabLst>
            </a:pPr>
            <a:r>
              <a:rPr dirty="0" sz="4050" spc="-50" b="1">
                <a:solidFill>
                  <a:srgbClr val="2B578F"/>
                </a:solidFill>
                <a:latin typeface="Calibri"/>
                <a:cs typeface="Calibri"/>
              </a:rPr>
              <a:t>ế</a:t>
            </a:r>
            <a:r>
              <a:rPr dirty="0" sz="4050" b="1">
                <a:solidFill>
                  <a:srgbClr val="2B578F"/>
                </a:solidFill>
                <a:latin typeface="Calibri"/>
                <a:cs typeface="Calibri"/>
              </a:rPr>
              <a:t>	</a:t>
            </a:r>
            <a:r>
              <a:rPr dirty="0" sz="4050" spc="-50" b="1">
                <a:solidFill>
                  <a:srgbClr val="2B578F"/>
                </a:solidFill>
                <a:latin typeface="Calibri"/>
                <a:cs typeface="Calibri"/>
              </a:rPr>
              <a:t>ế</a:t>
            </a:r>
            <a:endParaRPr sz="405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34075" y="1704975"/>
            <a:ext cx="1685925" cy="68580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7373619" y="1686559"/>
            <a:ext cx="285115" cy="643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50" spc="-50" b="1">
                <a:solidFill>
                  <a:srgbClr val="2B578F"/>
                </a:solidFill>
                <a:latin typeface="Calibri"/>
                <a:cs typeface="Calibri"/>
              </a:rPr>
              <a:t>ể</a:t>
            </a:r>
            <a:endParaRPr sz="4050">
              <a:latin typeface="Calibri"/>
              <a:cs typeface="Calibri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39050" y="1704975"/>
            <a:ext cx="1790700" cy="6858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8700" y="2428875"/>
            <a:ext cx="1581150" cy="685800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403350" y="1589786"/>
            <a:ext cx="1230630" cy="145542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 marL="113664">
              <a:lnSpc>
                <a:spcPct val="100000"/>
              </a:lnSpc>
              <a:spcBef>
                <a:spcPts val="865"/>
              </a:spcBef>
            </a:pPr>
            <a:r>
              <a:rPr dirty="0" sz="4050" spc="-25" b="1">
                <a:solidFill>
                  <a:srgbClr val="2B578F"/>
                </a:solidFill>
                <a:latin typeface="Calibri"/>
                <a:cs typeface="Calibri"/>
              </a:rPr>
              <a:t>ươ</a:t>
            </a:r>
            <a:endParaRPr sz="40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  <a:tabLst>
                <a:tab pos="927735" algn="l"/>
              </a:tabLst>
            </a:pPr>
            <a:r>
              <a:rPr dirty="0" sz="4050" spc="-50" b="1">
                <a:solidFill>
                  <a:srgbClr val="2B578F"/>
                </a:solidFill>
                <a:latin typeface="Calibri"/>
                <a:cs typeface="Calibri"/>
              </a:rPr>
              <a:t>ệ</a:t>
            </a:r>
            <a:r>
              <a:rPr dirty="0" sz="4050" b="1">
                <a:solidFill>
                  <a:srgbClr val="2B578F"/>
                </a:solidFill>
                <a:latin typeface="Calibri"/>
                <a:cs typeface="Calibri"/>
              </a:rPr>
              <a:t>	</a:t>
            </a:r>
            <a:r>
              <a:rPr dirty="0" sz="4050" spc="-50" b="1">
                <a:solidFill>
                  <a:srgbClr val="2B578F"/>
                </a:solidFill>
                <a:latin typeface="Calibri"/>
                <a:cs typeface="Calibri"/>
              </a:rPr>
              <a:t>ố</a:t>
            </a:r>
            <a:endParaRPr sz="4050">
              <a:latin typeface="Calibri"/>
              <a:cs typeface="Calibri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19375" y="2428875"/>
            <a:ext cx="923925" cy="685800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657225" y="3324225"/>
            <a:ext cx="9201150" cy="1704975"/>
            <a:chOff x="657225" y="3324225"/>
            <a:chExt cx="9201150" cy="1704975"/>
          </a:xfrm>
        </p:grpSpPr>
        <p:sp>
          <p:nvSpPr>
            <p:cNvPr id="18" name="object 18" descr=""/>
            <p:cNvSpPr/>
            <p:nvPr/>
          </p:nvSpPr>
          <p:spPr>
            <a:xfrm>
              <a:off x="666750" y="3333750"/>
              <a:ext cx="9182100" cy="1685925"/>
            </a:xfrm>
            <a:custGeom>
              <a:avLst/>
              <a:gdLst/>
              <a:ahLst/>
              <a:cxnLst/>
              <a:rect l="l" t="t" r="r" b="b"/>
              <a:pathLst>
                <a:path w="9182100" h="1685925">
                  <a:moveTo>
                    <a:pt x="9089517" y="0"/>
                  </a:moveTo>
                  <a:lnTo>
                    <a:pt x="92582" y="0"/>
                  </a:lnTo>
                  <a:lnTo>
                    <a:pt x="74434" y="1777"/>
                  </a:lnTo>
                  <a:lnTo>
                    <a:pt x="27114" y="27177"/>
                  </a:lnTo>
                  <a:lnTo>
                    <a:pt x="1790" y="74549"/>
                  </a:lnTo>
                  <a:lnTo>
                    <a:pt x="0" y="92709"/>
                  </a:lnTo>
                  <a:lnTo>
                    <a:pt x="0" y="1593214"/>
                  </a:lnTo>
                  <a:lnTo>
                    <a:pt x="15557" y="1644650"/>
                  </a:lnTo>
                  <a:lnTo>
                    <a:pt x="57150" y="1678813"/>
                  </a:lnTo>
                  <a:lnTo>
                    <a:pt x="92582" y="1685925"/>
                  </a:lnTo>
                  <a:lnTo>
                    <a:pt x="9089517" y="1685925"/>
                  </a:lnTo>
                  <a:lnTo>
                    <a:pt x="9140825" y="1670303"/>
                  </a:lnTo>
                  <a:lnTo>
                    <a:pt x="9174988" y="1628648"/>
                  </a:lnTo>
                  <a:lnTo>
                    <a:pt x="9182100" y="1593214"/>
                  </a:lnTo>
                  <a:lnTo>
                    <a:pt x="9182100" y="92709"/>
                  </a:lnTo>
                  <a:lnTo>
                    <a:pt x="9166479" y="41275"/>
                  </a:lnTo>
                  <a:lnTo>
                    <a:pt x="9124950" y="7111"/>
                  </a:lnTo>
                  <a:lnTo>
                    <a:pt x="9089517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66750" y="3333750"/>
              <a:ext cx="9182100" cy="1685925"/>
            </a:xfrm>
            <a:custGeom>
              <a:avLst/>
              <a:gdLst/>
              <a:ahLst/>
              <a:cxnLst/>
              <a:rect l="l" t="t" r="r" b="b"/>
              <a:pathLst>
                <a:path w="9182100" h="1685925">
                  <a:moveTo>
                    <a:pt x="92582" y="0"/>
                  </a:moveTo>
                  <a:lnTo>
                    <a:pt x="9089517" y="0"/>
                  </a:lnTo>
                  <a:lnTo>
                    <a:pt x="9107678" y="1777"/>
                  </a:lnTo>
                  <a:lnTo>
                    <a:pt x="9154922" y="27177"/>
                  </a:lnTo>
                  <a:lnTo>
                    <a:pt x="9180322" y="74549"/>
                  </a:lnTo>
                  <a:lnTo>
                    <a:pt x="9182100" y="92709"/>
                  </a:lnTo>
                  <a:lnTo>
                    <a:pt x="9182100" y="1593214"/>
                  </a:lnTo>
                  <a:lnTo>
                    <a:pt x="9166479" y="1644650"/>
                  </a:lnTo>
                  <a:lnTo>
                    <a:pt x="9124950" y="1678813"/>
                  </a:lnTo>
                  <a:lnTo>
                    <a:pt x="9089517" y="1685925"/>
                  </a:lnTo>
                  <a:lnTo>
                    <a:pt x="92582" y="1685925"/>
                  </a:lnTo>
                  <a:lnTo>
                    <a:pt x="41211" y="1670303"/>
                  </a:lnTo>
                  <a:lnTo>
                    <a:pt x="7048" y="1628648"/>
                  </a:lnTo>
                  <a:lnTo>
                    <a:pt x="0" y="1593214"/>
                  </a:lnTo>
                  <a:lnTo>
                    <a:pt x="0" y="92709"/>
                  </a:lnTo>
                  <a:lnTo>
                    <a:pt x="15557" y="41275"/>
                  </a:lnTo>
                  <a:lnTo>
                    <a:pt x="57150" y="7111"/>
                  </a:lnTo>
                  <a:lnTo>
                    <a:pt x="92582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017269" y="3351084"/>
            <a:ext cx="8451850" cy="155067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60"/>
              </a:spcBef>
            </a:pP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Kiến</a:t>
            </a:r>
            <a:r>
              <a:rPr dirty="0" sz="2850" spc="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trúc</a:t>
            </a:r>
            <a:r>
              <a:rPr dirty="0" sz="2850" spc="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hệ</a:t>
            </a:r>
            <a:r>
              <a:rPr dirty="0" sz="285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thống, thiết</a:t>
            </a:r>
            <a:r>
              <a:rPr dirty="0" sz="285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kế</a:t>
            </a:r>
            <a:r>
              <a:rPr dirty="0" sz="2850" spc="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giao</a:t>
            </a:r>
            <a:r>
              <a:rPr dirty="0" sz="2850" spc="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diện,</a:t>
            </a:r>
            <a:r>
              <a:rPr dirty="0" sz="2850" spc="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luồng</a:t>
            </a:r>
            <a:r>
              <a:rPr dirty="0" sz="285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hoạt</a:t>
            </a:r>
            <a:r>
              <a:rPr dirty="0" sz="285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động</a:t>
            </a:r>
            <a:r>
              <a:rPr dirty="0" sz="28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 spc="-25">
                <a:solidFill>
                  <a:srgbClr val="171D2B"/>
                </a:solidFill>
                <a:latin typeface="Times New Roman"/>
                <a:cs typeface="Times New Roman"/>
              </a:rPr>
              <a:t>và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các</a:t>
            </a:r>
            <a:r>
              <a:rPr dirty="0" sz="28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chức</a:t>
            </a:r>
            <a:r>
              <a:rPr dirty="0" sz="28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năng</a:t>
            </a:r>
            <a:r>
              <a:rPr dirty="0" sz="2850" spc="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chính</a:t>
            </a:r>
            <a:r>
              <a:rPr dirty="0" sz="2850" spc="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của</a:t>
            </a:r>
            <a:r>
              <a:rPr dirty="0" sz="285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ứng</a:t>
            </a:r>
            <a:r>
              <a:rPr dirty="0" sz="285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dụng</a:t>
            </a:r>
            <a:r>
              <a:rPr dirty="0" sz="28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850" spc="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Single</a:t>
            </a:r>
            <a:r>
              <a:rPr dirty="0" sz="28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 spc="-20">
                <a:solidFill>
                  <a:srgbClr val="171D2B"/>
                </a:solidFill>
                <a:latin typeface="Times New Roman"/>
                <a:cs typeface="Times New Roman"/>
              </a:rPr>
              <a:t>File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with</a:t>
            </a:r>
            <a:r>
              <a:rPr dirty="0" sz="2850" spc="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Control</a:t>
            </a:r>
            <a:r>
              <a:rPr dirty="0" sz="285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theo</a:t>
            </a:r>
            <a:r>
              <a:rPr dirty="0" sz="2850" spc="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mô</a:t>
            </a:r>
            <a:r>
              <a:rPr dirty="0" sz="285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171D2B"/>
                </a:solidFill>
                <a:latin typeface="Times New Roman"/>
                <a:cs typeface="Times New Roman"/>
              </a:rPr>
              <a:t>hình</a:t>
            </a:r>
            <a:r>
              <a:rPr dirty="0" sz="2850" spc="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850" spc="-10">
                <a:solidFill>
                  <a:srgbClr val="171D2B"/>
                </a:solidFill>
                <a:latin typeface="Times New Roman"/>
                <a:cs typeface="Times New Roman"/>
              </a:rPr>
              <a:t>Client-Server.</a:t>
            </a:r>
            <a:endParaRPr sz="2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4075"/>
            <a:ext cx="5581649" cy="6096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2275" y="742950"/>
            <a:ext cx="1085850" cy="10477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68776" y="713041"/>
            <a:ext cx="419100" cy="9639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150" spc="-50"/>
              <a:t>ế</a:t>
            </a:r>
            <a:endParaRPr sz="6150"/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6700" y="742950"/>
            <a:ext cx="3333750" cy="104775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7600950" y="742950"/>
            <a:ext cx="8191500" cy="1047750"/>
            <a:chOff x="7600950" y="742950"/>
            <a:chExt cx="8191500" cy="1047750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0950" y="742950"/>
              <a:ext cx="5076825" cy="104775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87250" y="742950"/>
              <a:ext cx="666750" cy="10477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20625" y="742950"/>
              <a:ext cx="3171825" cy="1047750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640175" y="8524875"/>
            <a:ext cx="542925" cy="838200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5895975" y="2733675"/>
            <a:ext cx="10877550" cy="2181225"/>
            <a:chOff x="5895975" y="2733675"/>
            <a:chExt cx="10877550" cy="2181225"/>
          </a:xfrm>
        </p:grpSpPr>
        <p:sp>
          <p:nvSpPr>
            <p:cNvPr id="12" name="object 12" descr=""/>
            <p:cNvSpPr/>
            <p:nvPr/>
          </p:nvSpPr>
          <p:spPr>
            <a:xfrm>
              <a:off x="5905500" y="2743200"/>
              <a:ext cx="10858500" cy="2162175"/>
            </a:xfrm>
            <a:custGeom>
              <a:avLst/>
              <a:gdLst/>
              <a:ahLst/>
              <a:cxnLst/>
              <a:rect l="l" t="t" r="r" b="b"/>
              <a:pathLst>
                <a:path w="10858500" h="2162175">
                  <a:moveTo>
                    <a:pt x="10780267" y="0"/>
                  </a:moveTo>
                  <a:lnTo>
                    <a:pt x="78232" y="0"/>
                  </a:lnTo>
                  <a:lnTo>
                    <a:pt x="62864" y="1524"/>
                  </a:lnTo>
                  <a:lnTo>
                    <a:pt x="22987" y="22859"/>
                  </a:lnTo>
                  <a:lnTo>
                    <a:pt x="1524" y="62865"/>
                  </a:lnTo>
                  <a:lnTo>
                    <a:pt x="0" y="78104"/>
                  </a:lnTo>
                  <a:lnTo>
                    <a:pt x="0" y="2084070"/>
                  </a:lnTo>
                  <a:lnTo>
                    <a:pt x="13208" y="2127377"/>
                  </a:lnTo>
                  <a:lnTo>
                    <a:pt x="48260" y="2156205"/>
                  </a:lnTo>
                  <a:lnTo>
                    <a:pt x="78232" y="2162175"/>
                  </a:lnTo>
                  <a:lnTo>
                    <a:pt x="10780267" y="2162175"/>
                  </a:lnTo>
                  <a:lnTo>
                    <a:pt x="10823575" y="2149094"/>
                  </a:lnTo>
                  <a:lnTo>
                    <a:pt x="10852531" y="2113915"/>
                  </a:lnTo>
                  <a:lnTo>
                    <a:pt x="10858500" y="2084070"/>
                  </a:lnTo>
                  <a:lnTo>
                    <a:pt x="10858500" y="78104"/>
                  </a:lnTo>
                  <a:lnTo>
                    <a:pt x="10852404" y="47625"/>
                  </a:lnTo>
                  <a:lnTo>
                    <a:pt x="10835513" y="22859"/>
                  </a:lnTo>
                  <a:lnTo>
                    <a:pt x="10810748" y="6096"/>
                  </a:lnTo>
                  <a:lnTo>
                    <a:pt x="10780267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905500" y="2743200"/>
              <a:ext cx="10858500" cy="2162175"/>
            </a:xfrm>
            <a:custGeom>
              <a:avLst/>
              <a:gdLst/>
              <a:ahLst/>
              <a:cxnLst/>
              <a:rect l="l" t="t" r="r" b="b"/>
              <a:pathLst>
                <a:path w="10858500" h="2162175">
                  <a:moveTo>
                    <a:pt x="78232" y="0"/>
                  </a:moveTo>
                  <a:lnTo>
                    <a:pt x="10780267" y="0"/>
                  </a:lnTo>
                  <a:lnTo>
                    <a:pt x="10810748" y="6096"/>
                  </a:lnTo>
                  <a:lnTo>
                    <a:pt x="10835513" y="22859"/>
                  </a:lnTo>
                  <a:lnTo>
                    <a:pt x="10852404" y="47625"/>
                  </a:lnTo>
                  <a:lnTo>
                    <a:pt x="10858500" y="78104"/>
                  </a:lnTo>
                  <a:lnTo>
                    <a:pt x="10858500" y="2084070"/>
                  </a:lnTo>
                  <a:lnTo>
                    <a:pt x="10845292" y="2127377"/>
                  </a:lnTo>
                  <a:lnTo>
                    <a:pt x="10810113" y="2156205"/>
                  </a:lnTo>
                  <a:lnTo>
                    <a:pt x="10780267" y="2162175"/>
                  </a:lnTo>
                  <a:lnTo>
                    <a:pt x="78232" y="2162175"/>
                  </a:lnTo>
                  <a:lnTo>
                    <a:pt x="34925" y="2149094"/>
                  </a:lnTo>
                  <a:lnTo>
                    <a:pt x="5969" y="2113915"/>
                  </a:lnTo>
                  <a:lnTo>
                    <a:pt x="0" y="2084070"/>
                  </a:lnTo>
                  <a:lnTo>
                    <a:pt x="0" y="78104"/>
                  </a:lnTo>
                  <a:lnTo>
                    <a:pt x="13208" y="34798"/>
                  </a:lnTo>
                  <a:lnTo>
                    <a:pt x="48260" y="5969"/>
                  </a:lnTo>
                  <a:lnTo>
                    <a:pt x="78232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5000625" y="3619499"/>
            <a:ext cx="581025" cy="219075"/>
          </a:xfrm>
          <a:custGeom>
            <a:avLst/>
            <a:gdLst/>
            <a:ahLst/>
            <a:cxnLst/>
            <a:rect l="l" t="t" r="r" b="b"/>
            <a:pathLst>
              <a:path w="581025" h="219075">
                <a:moveTo>
                  <a:pt x="12331" y="98526"/>
                </a:moveTo>
                <a:lnTo>
                  <a:pt x="0" y="98526"/>
                </a:lnTo>
                <a:lnTo>
                  <a:pt x="0" y="111125"/>
                </a:lnTo>
                <a:lnTo>
                  <a:pt x="12331" y="111125"/>
                </a:lnTo>
                <a:lnTo>
                  <a:pt x="12331" y="98526"/>
                </a:lnTo>
                <a:close/>
              </a:path>
              <a:path w="581025" h="219075">
                <a:moveTo>
                  <a:pt x="45948" y="123304"/>
                </a:moveTo>
                <a:lnTo>
                  <a:pt x="32385" y="123304"/>
                </a:lnTo>
                <a:lnTo>
                  <a:pt x="32385" y="135001"/>
                </a:lnTo>
                <a:lnTo>
                  <a:pt x="45948" y="135001"/>
                </a:lnTo>
                <a:lnTo>
                  <a:pt x="45948" y="123304"/>
                </a:lnTo>
                <a:close/>
              </a:path>
              <a:path w="581025" h="219075">
                <a:moveTo>
                  <a:pt x="51308" y="97637"/>
                </a:moveTo>
                <a:lnTo>
                  <a:pt x="24384" y="97637"/>
                </a:lnTo>
                <a:lnTo>
                  <a:pt x="24384" y="110236"/>
                </a:lnTo>
                <a:lnTo>
                  <a:pt x="51308" y="110236"/>
                </a:lnTo>
                <a:lnTo>
                  <a:pt x="51308" y="97637"/>
                </a:lnTo>
                <a:close/>
              </a:path>
              <a:path w="581025" h="219075">
                <a:moveTo>
                  <a:pt x="81419" y="123304"/>
                </a:moveTo>
                <a:lnTo>
                  <a:pt x="60960" y="123304"/>
                </a:lnTo>
                <a:lnTo>
                  <a:pt x="60960" y="135001"/>
                </a:lnTo>
                <a:lnTo>
                  <a:pt x="81419" y="135001"/>
                </a:lnTo>
                <a:lnTo>
                  <a:pt x="81419" y="123304"/>
                </a:lnTo>
                <a:close/>
              </a:path>
              <a:path w="581025" h="219075">
                <a:moveTo>
                  <a:pt x="106222" y="76301"/>
                </a:moveTo>
                <a:lnTo>
                  <a:pt x="89027" y="76301"/>
                </a:lnTo>
                <a:lnTo>
                  <a:pt x="89027" y="88900"/>
                </a:lnTo>
                <a:lnTo>
                  <a:pt x="106222" y="88900"/>
                </a:lnTo>
                <a:lnTo>
                  <a:pt x="106222" y="76301"/>
                </a:lnTo>
                <a:close/>
              </a:path>
              <a:path w="581025" h="219075">
                <a:moveTo>
                  <a:pt x="122770" y="98767"/>
                </a:moveTo>
                <a:lnTo>
                  <a:pt x="69215" y="98767"/>
                </a:lnTo>
                <a:lnTo>
                  <a:pt x="69215" y="111379"/>
                </a:lnTo>
                <a:lnTo>
                  <a:pt x="122770" y="111379"/>
                </a:lnTo>
                <a:lnTo>
                  <a:pt x="122770" y="98767"/>
                </a:lnTo>
                <a:close/>
              </a:path>
              <a:path w="581025" h="219075">
                <a:moveTo>
                  <a:pt x="125958" y="148069"/>
                </a:moveTo>
                <a:lnTo>
                  <a:pt x="112395" y="148069"/>
                </a:lnTo>
                <a:lnTo>
                  <a:pt x="112395" y="159778"/>
                </a:lnTo>
                <a:lnTo>
                  <a:pt x="125958" y="159778"/>
                </a:lnTo>
                <a:lnTo>
                  <a:pt x="125958" y="148069"/>
                </a:lnTo>
                <a:close/>
              </a:path>
              <a:path w="581025" h="219075">
                <a:moveTo>
                  <a:pt x="149466" y="123304"/>
                </a:moveTo>
                <a:lnTo>
                  <a:pt x="91567" y="123304"/>
                </a:lnTo>
                <a:lnTo>
                  <a:pt x="91567" y="135001"/>
                </a:lnTo>
                <a:lnTo>
                  <a:pt x="149466" y="135001"/>
                </a:lnTo>
                <a:lnTo>
                  <a:pt x="149466" y="123304"/>
                </a:lnTo>
                <a:close/>
              </a:path>
              <a:path w="581025" h="219075">
                <a:moveTo>
                  <a:pt x="199174" y="148069"/>
                </a:moveTo>
                <a:lnTo>
                  <a:pt x="143510" y="148069"/>
                </a:lnTo>
                <a:lnTo>
                  <a:pt x="143510" y="159778"/>
                </a:lnTo>
                <a:lnTo>
                  <a:pt x="199174" y="159778"/>
                </a:lnTo>
                <a:lnTo>
                  <a:pt x="199174" y="148069"/>
                </a:lnTo>
                <a:close/>
              </a:path>
              <a:path w="581025" h="219075">
                <a:moveTo>
                  <a:pt x="207200" y="52311"/>
                </a:moveTo>
                <a:lnTo>
                  <a:pt x="170561" y="52311"/>
                </a:lnTo>
                <a:lnTo>
                  <a:pt x="170561" y="64897"/>
                </a:lnTo>
                <a:lnTo>
                  <a:pt x="207200" y="64897"/>
                </a:lnTo>
                <a:lnTo>
                  <a:pt x="207200" y="52311"/>
                </a:lnTo>
                <a:close/>
              </a:path>
              <a:path w="581025" h="219075">
                <a:moveTo>
                  <a:pt x="220383" y="76301"/>
                </a:moveTo>
                <a:lnTo>
                  <a:pt x="118364" y="76301"/>
                </a:lnTo>
                <a:lnTo>
                  <a:pt x="118364" y="88900"/>
                </a:lnTo>
                <a:lnTo>
                  <a:pt x="220383" y="88900"/>
                </a:lnTo>
                <a:lnTo>
                  <a:pt x="220383" y="76301"/>
                </a:lnTo>
                <a:close/>
              </a:path>
              <a:path w="581025" h="219075">
                <a:moveTo>
                  <a:pt x="256908" y="123304"/>
                </a:moveTo>
                <a:lnTo>
                  <a:pt x="168656" y="123304"/>
                </a:lnTo>
                <a:lnTo>
                  <a:pt x="168656" y="135001"/>
                </a:lnTo>
                <a:lnTo>
                  <a:pt x="256908" y="135001"/>
                </a:lnTo>
                <a:lnTo>
                  <a:pt x="256908" y="123304"/>
                </a:lnTo>
                <a:close/>
              </a:path>
              <a:path w="581025" h="219075">
                <a:moveTo>
                  <a:pt x="271589" y="52311"/>
                </a:moveTo>
                <a:lnTo>
                  <a:pt x="217551" y="52311"/>
                </a:lnTo>
                <a:lnTo>
                  <a:pt x="217551" y="64897"/>
                </a:lnTo>
                <a:lnTo>
                  <a:pt x="271589" y="64897"/>
                </a:lnTo>
                <a:lnTo>
                  <a:pt x="271589" y="52311"/>
                </a:lnTo>
                <a:close/>
              </a:path>
              <a:path w="581025" h="219075">
                <a:moveTo>
                  <a:pt x="303415" y="148069"/>
                </a:moveTo>
                <a:lnTo>
                  <a:pt x="215773" y="148069"/>
                </a:lnTo>
                <a:lnTo>
                  <a:pt x="215773" y="159778"/>
                </a:lnTo>
                <a:lnTo>
                  <a:pt x="303415" y="159778"/>
                </a:lnTo>
                <a:lnTo>
                  <a:pt x="303415" y="148069"/>
                </a:lnTo>
                <a:close/>
              </a:path>
              <a:path w="581025" h="219075">
                <a:moveTo>
                  <a:pt x="330873" y="52311"/>
                </a:moveTo>
                <a:lnTo>
                  <a:pt x="288163" y="52311"/>
                </a:lnTo>
                <a:lnTo>
                  <a:pt x="288163" y="64897"/>
                </a:lnTo>
                <a:lnTo>
                  <a:pt x="330873" y="64897"/>
                </a:lnTo>
                <a:lnTo>
                  <a:pt x="330873" y="52311"/>
                </a:lnTo>
                <a:close/>
              </a:path>
              <a:path w="581025" h="219075">
                <a:moveTo>
                  <a:pt x="580644" y="104279"/>
                </a:moveTo>
                <a:lnTo>
                  <a:pt x="451739" y="0"/>
                </a:lnTo>
                <a:lnTo>
                  <a:pt x="450088" y="51562"/>
                </a:lnTo>
                <a:lnTo>
                  <a:pt x="341249" y="52070"/>
                </a:lnTo>
                <a:lnTo>
                  <a:pt x="341376" y="64897"/>
                </a:lnTo>
                <a:lnTo>
                  <a:pt x="376174" y="64897"/>
                </a:lnTo>
                <a:lnTo>
                  <a:pt x="378206" y="66929"/>
                </a:lnTo>
                <a:lnTo>
                  <a:pt x="378206" y="74422"/>
                </a:lnTo>
                <a:lnTo>
                  <a:pt x="376174" y="76454"/>
                </a:lnTo>
                <a:lnTo>
                  <a:pt x="341376" y="76454"/>
                </a:lnTo>
                <a:lnTo>
                  <a:pt x="341376" y="76708"/>
                </a:lnTo>
                <a:lnTo>
                  <a:pt x="239649" y="76708"/>
                </a:lnTo>
                <a:lnTo>
                  <a:pt x="239649" y="89281"/>
                </a:lnTo>
                <a:lnTo>
                  <a:pt x="341376" y="89281"/>
                </a:lnTo>
                <a:lnTo>
                  <a:pt x="341376" y="89535"/>
                </a:lnTo>
                <a:lnTo>
                  <a:pt x="390144" y="89535"/>
                </a:lnTo>
                <a:lnTo>
                  <a:pt x="392303" y="91579"/>
                </a:lnTo>
                <a:lnTo>
                  <a:pt x="392303" y="99060"/>
                </a:lnTo>
                <a:lnTo>
                  <a:pt x="390144" y="101104"/>
                </a:lnTo>
                <a:lnTo>
                  <a:pt x="145034" y="101104"/>
                </a:lnTo>
                <a:lnTo>
                  <a:pt x="145034" y="111633"/>
                </a:lnTo>
                <a:lnTo>
                  <a:pt x="417068" y="111633"/>
                </a:lnTo>
                <a:lnTo>
                  <a:pt x="419100" y="113677"/>
                </a:lnTo>
                <a:lnTo>
                  <a:pt x="419100" y="121158"/>
                </a:lnTo>
                <a:lnTo>
                  <a:pt x="417068" y="123202"/>
                </a:lnTo>
                <a:lnTo>
                  <a:pt x="272542" y="123329"/>
                </a:lnTo>
                <a:lnTo>
                  <a:pt x="272542" y="135001"/>
                </a:lnTo>
                <a:lnTo>
                  <a:pt x="369570" y="135128"/>
                </a:lnTo>
                <a:lnTo>
                  <a:pt x="371602" y="137160"/>
                </a:lnTo>
                <a:lnTo>
                  <a:pt x="371602" y="144653"/>
                </a:lnTo>
                <a:lnTo>
                  <a:pt x="369570" y="146685"/>
                </a:lnTo>
                <a:lnTo>
                  <a:pt x="313690" y="146812"/>
                </a:lnTo>
                <a:lnTo>
                  <a:pt x="313690" y="159778"/>
                </a:lnTo>
                <a:lnTo>
                  <a:pt x="341757" y="159778"/>
                </a:lnTo>
                <a:lnTo>
                  <a:pt x="449453" y="160909"/>
                </a:lnTo>
                <a:lnTo>
                  <a:pt x="448945" y="218694"/>
                </a:lnTo>
                <a:lnTo>
                  <a:pt x="580644" y="104279"/>
                </a:lnTo>
                <a:close/>
              </a:path>
            </a:pathLst>
          </a:custGeom>
          <a:solidFill>
            <a:srgbClr val="171D2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5895975" y="5010150"/>
            <a:ext cx="10887075" cy="2238375"/>
            <a:chOff x="5895975" y="5010150"/>
            <a:chExt cx="10887075" cy="2238375"/>
          </a:xfrm>
        </p:grpSpPr>
        <p:sp>
          <p:nvSpPr>
            <p:cNvPr id="16" name="object 16" descr=""/>
            <p:cNvSpPr/>
            <p:nvPr/>
          </p:nvSpPr>
          <p:spPr>
            <a:xfrm>
              <a:off x="5924550" y="5010150"/>
              <a:ext cx="10858500" cy="2162175"/>
            </a:xfrm>
            <a:custGeom>
              <a:avLst/>
              <a:gdLst/>
              <a:ahLst/>
              <a:cxnLst/>
              <a:rect l="l" t="t" r="r" b="b"/>
              <a:pathLst>
                <a:path w="10858500" h="2162175">
                  <a:moveTo>
                    <a:pt x="10780267" y="0"/>
                  </a:moveTo>
                  <a:lnTo>
                    <a:pt x="78232" y="0"/>
                  </a:lnTo>
                  <a:lnTo>
                    <a:pt x="62864" y="1524"/>
                  </a:lnTo>
                  <a:lnTo>
                    <a:pt x="22987" y="22860"/>
                  </a:lnTo>
                  <a:lnTo>
                    <a:pt x="1524" y="62864"/>
                  </a:lnTo>
                  <a:lnTo>
                    <a:pt x="0" y="78104"/>
                  </a:lnTo>
                  <a:lnTo>
                    <a:pt x="0" y="2084070"/>
                  </a:lnTo>
                  <a:lnTo>
                    <a:pt x="13208" y="2127377"/>
                  </a:lnTo>
                  <a:lnTo>
                    <a:pt x="48260" y="2156206"/>
                  </a:lnTo>
                  <a:lnTo>
                    <a:pt x="78232" y="2162175"/>
                  </a:lnTo>
                  <a:lnTo>
                    <a:pt x="10780267" y="2162175"/>
                  </a:lnTo>
                  <a:lnTo>
                    <a:pt x="10823575" y="2149094"/>
                  </a:lnTo>
                  <a:lnTo>
                    <a:pt x="10852531" y="2113915"/>
                  </a:lnTo>
                  <a:lnTo>
                    <a:pt x="10858500" y="2084070"/>
                  </a:lnTo>
                  <a:lnTo>
                    <a:pt x="10858500" y="78104"/>
                  </a:lnTo>
                  <a:lnTo>
                    <a:pt x="10852404" y="47625"/>
                  </a:lnTo>
                  <a:lnTo>
                    <a:pt x="10835513" y="22860"/>
                  </a:lnTo>
                  <a:lnTo>
                    <a:pt x="10810748" y="6096"/>
                  </a:lnTo>
                  <a:lnTo>
                    <a:pt x="10780267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905500" y="5076825"/>
              <a:ext cx="10858500" cy="2162175"/>
            </a:xfrm>
            <a:custGeom>
              <a:avLst/>
              <a:gdLst/>
              <a:ahLst/>
              <a:cxnLst/>
              <a:rect l="l" t="t" r="r" b="b"/>
              <a:pathLst>
                <a:path w="10858500" h="2162175">
                  <a:moveTo>
                    <a:pt x="78232" y="0"/>
                  </a:moveTo>
                  <a:lnTo>
                    <a:pt x="10780267" y="0"/>
                  </a:lnTo>
                  <a:lnTo>
                    <a:pt x="10810748" y="6096"/>
                  </a:lnTo>
                  <a:lnTo>
                    <a:pt x="10835513" y="22860"/>
                  </a:lnTo>
                  <a:lnTo>
                    <a:pt x="10852404" y="47625"/>
                  </a:lnTo>
                  <a:lnTo>
                    <a:pt x="10858500" y="78104"/>
                  </a:lnTo>
                  <a:lnTo>
                    <a:pt x="10858500" y="2084070"/>
                  </a:lnTo>
                  <a:lnTo>
                    <a:pt x="10845292" y="2127377"/>
                  </a:lnTo>
                  <a:lnTo>
                    <a:pt x="10810113" y="2156206"/>
                  </a:lnTo>
                  <a:lnTo>
                    <a:pt x="10780267" y="2162175"/>
                  </a:lnTo>
                  <a:lnTo>
                    <a:pt x="78232" y="2162175"/>
                  </a:lnTo>
                  <a:lnTo>
                    <a:pt x="34925" y="2149094"/>
                  </a:lnTo>
                  <a:lnTo>
                    <a:pt x="5969" y="2113915"/>
                  </a:lnTo>
                  <a:lnTo>
                    <a:pt x="0" y="2084070"/>
                  </a:lnTo>
                  <a:lnTo>
                    <a:pt x="0" y="78104"/>
                  </a:lnTo>
                  <a:lnTo>
                    <a:pt x="13208" y="34798"/>
                  </a:lnTo>
                  <a:lnTo>
                    <a:pt x="48260" y="5969"/>
                  </a:lnTo>
                  <a:lnTo>
                    <a:pt x="78232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341745" y="735330"/>
            <a:ext cx="10323195" cy="62972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105"/>
              </a:spcBef>
              <a:tabLst>
                <a:tab pos="2117090" algn="l"/>
              </a:tabLst>
            </a:pPr>
            <a:r>
              <a:rPr dirty="0" sz="6150" spc="-50" b="1">
                <a:solidFill>
                  <a:srgbClr val="2B578F"/>
                </a:solidFill>
                <a:latin typeface="Calibri"/>
                <a:cs typeface="Calibri"/>
              </a:rPr>
              <a:t>ệ</a:t>
            </a:r>
            <a:r>
              <a:rPr dirty="0" sz="6150" b="1">
                <a:solidFill>
                  <a:srgbClr val="2B578F"/>
                </a:solidFill>
                <a:latin typeface="Calibri"/>
                <a:cs typeface="Calibri"/>
              </a:rPr>
              <a:t>	</a:t>
            </a:r>
            <a:r>
              <a:rPr dirty="0" sz="6150" spc="-50" b="1">
                <a:solidFill>
                  <a:srgbClr val="2B578F"/>
                </a:solidFill>
                <a:latin typeface="Calibri"/>
                <a:cs typeface="Calibri"/>
              </a:rPr>
              <a:t>ố</a:t>
            </a:r>
            <a:endParaRPr sz="6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75"/>
              </a:spcBef>
            </a:pPr>
            <a:endParaRPr sz="6150">
              <a:latin typeface="Calibri"/>
              <a:cs typeface="Calibri"/>
            </a:endParaRPr>
          </a:p>
          <a:p>
            <a:pPr marL="88900">
              <a:lnSpc>
                <a:spcPts val="2865"/>
              </a:lnSpc>
            </a:pPr>
            <a:r>
              <a:rPr dirty="0" sz="2400" b="1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400" spc="-30" b="1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71D2B"/>
                </a:solidFill>
                <a:latin typeface="Times New Roman"/>
                <a:cs typeface="Times New Roman"/>
              </a:rPr>
              <a:t>-</a:t>
            </a:r>
            <a:r>
              <a:rPr dirty="0" sz="2400" spc="-25" b="1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71D2B"/>
                </a:solidFill>
                <a:latin typeface="Times New Roman"/>
                <a:cs typeface="Times New Roman"/>
              </a:rPr>
              <a:t>SocketClient/UploadManager:</a:t>
            </a:r>
            <a:endParaRPr sz="2400">
              <a:latin typeface="Times New Roman"/>
              <a:cs typeface="Times New Roman"/>
            </a:endParaRPr>
          </a:p>
          <a:p>
            <a:pPr marL="546100">
              <a:lnSpc>
                <a:spcPts val="2865"/>
              </a:lnSpc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Kết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nối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tới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40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qua</a:t>
            </a:r>
            <a:r>
              <a:rPr dirty="0" sz="24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IP/Port,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tính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SHA-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256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của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file,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chia</a:t>
            </a:r>
            <a:r>
              <a:rPr dirty="0" sz="24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4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thành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các</a:t>
            </a:r>
            <a:r>
              <a:rPr dirty="0" sz="24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chunk,</a:t>
            </a:r>
            <a:endParaRPr sz="2400">
              <a:latin typeface="Times New Roman"/>
              <a:cs typeface="Times New Roman"/>
            </a:endParaRPr>
          </a:p>
          <a:p>
            <a:pPr marL="546100" marR="211454">
              <a:lnSpc>
                <a:spcPct val="100400"/>
              </a:lnSpc>
              <a:spcBef>
                <a:spcPts val="35"/>
              </a:spcBef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quản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lý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hàng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đợi upload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4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điều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phối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Worker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Threads</a:t>
            </a:r>
            <a:r>
              <a:rPr dirty="0" sz="24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để</a:t>
            </a:r>
            <a:r>
              <a:rPr dirty="0" sz="24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song</a:t>
            </a:r>
            <a:r>
              <a:rPr dirty="0" sz="24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song.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hỗ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trợ</a:t>
            </a:r>
            <a:r>
              <a:rPr dirty="0" sz="24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Start,</a:t>
            </a:r>
            <a:r>
              <a:rPr dirty="0" sz="24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Pause,</a:t>
            </a:r>
            <a:r>
              <a:rPr dirty="0" sz="24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Resume,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Stop</a:t>
            </a:r>
            <a:r>
              <a:rPr dirty="0" sz="24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trong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cùng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phiên</a:t>
            </a:r>
            <a:r>
              <a:rPr dirty="0" sz="24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upload,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giới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hạn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tốc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độ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4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cập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nhật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tiến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trình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theo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thời</a:t>
            </a:r>
            <a:r>
              <a:rPr dirty="0" sz="24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gian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thực.</a:t>
            </a:r>
            <a:endParaRPr sz="2400">
              <a:latin typeface="Times New Roman"/>
              <a:cs typeface="Times New Roman"/>
            </a:endParaRPr>
          </a:p>
          <a:p>
            <a:pPr marL="12700" marR="1191895">
              <a:lnSpc>
                <a:spcPct val="100299"/>
              </a:lnSpc>
              <a:spcBef>
                <a:spcPts val="2470"/>
              </a:spcBef>
            </a:pPr>
            <a:r>
              <a:rPr dirty="0" sz="2400" b="1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400" spc="20" b="1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–</a:t>
            </a:r>
            <a:r>
              <a:rPr dirty="0" sz="240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Lắng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nghe</a:t>
            </a:r>
            <a:r>
              <a:rPr dirty="0" sz="24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cổng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8888,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xử</a:t>
            </a:r>
            <a:r>
              <a:rPr dirty="0" sz="24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lý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các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lệnh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AUTH_COMMAND, MULTIPART_INIT,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MULTIPART_PART,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MULTIPART_FINALIZE</a:t>
            </a:r>
            <a:r>
              <a:rPr dirty="0" sz="240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và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MULTIPART_ABORT.</a:t>
            </a:r>
            <a:endParaRPr sz="2400">
              <a:latin typeface="Times New Roman"/>
              <a:cs typeface="Times New Roman"/>
            </a:endParaRPr>
          </a:p>
          <a:p>
            <a:pPr marL="12700" marR="26034">
              <a:lnSpc>
                <a:spcPts val="2850"/>
              </a:lnSpc>
              <a:spcBef>
                <a:spcPts val="320"/>
              </a:spcBef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4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nhận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từng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chunk,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ghi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đúng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vị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trí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trong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file,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theo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dõi</a:t>
            </a:r>
            <a:r>
              <a:rPr dirty="0" sz="240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tiến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trình,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kiểm</a:t>
            </a:r>
            <a:r>
              <a:rPr dirty="0" sz="240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tra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SHA-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256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sau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khi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hoàn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tất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trả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trạng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thái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xác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minh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về</a:t>
            </a:r>
            <a:r>
              <a:rPr dirty="0" sz="24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Client.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0" y="2875152"/>
            <a:ext cx="7668259" cy="7122795"/>
            <a:chOff x="0" y="2875152"/>
            <a:chExt cx="7668259" cy="7122795"/>
          </a:xfrm>
        </p:grpSpPr>
        <p:sp>
          <p:nvSpPr>
            <p:cNvPr id="20" name="object 20" descr=""/>
            <p:cNvSpPr/>
            <p:nvPr/>
          </p:nvSpPr>
          <p:spPr>
            <a:xfrm>
              <a:off x="5000625" y="6048374"/>
              <a:ext cx="581025" cy="219075"/>
            </a:xfrm>
            <a:custGeom>
              <a:avLst/>
              <a:gdLst/>
              <a:ahLst/>
              <a:cxnLst/>
              <a:rect l="l" t="t" r="r" b="b"/>
              <a:pathLst>
                <a:path w="581025" h="219075">
                  <a:moveTo>
                    <a:pt x="12331" y="98526"/>
                  </a:moveTo>
                  <a:lnTo>
                    <a:pt x="0" y="98526"/>
                  </a:lnTo>
                  <a:lnTo>
                    <a:pt x="0" y="111125"/>
                  </a:lnTo>
                  <a:lnTo>
                    <a:pt x="12331" y="111125"/>
                  </a:lnTo>
                  <a:lnTo>
                    <a:pt x="12331" y="98526"/>
                  </a:lnTo>
                  <a:close/>
                </a:path>
                <a:path w="581025" h="219075">
                  <a:moveTo>
                    <a:pt x="45948" y="123304"/>
                  </a:moveTo>
                  <a:lnTo>
                    <a:pt x="32385" y="123304"/>
                  </a:lnTo>
                  <a:lnTo>
                    <a:pt x="32385" y="135001"/>
                  </a:lnTo>
                  <a:lnTo>
                    <a:pt x="45948" y="135001"/>
                  </a:lnTo>
                  <a:lnTo>
                    <a:pt x="45948" y="123304"/>
                  </a:lnTo>
                  <a:close/>
                </a:path>
                <a:path w="581025" h="219075">
                  <a:moveTo>
                    <a:pt x="51308" y="97637"/>
                  </a:moveTo>
                  <a:lnTo>
                    <a:pt x="24384" y="97637"/>
                  </a:lnTo>
                  <a:lnTo>
                    <a:pt x="24384" y="110236"/>
                  </a:lnTo>
                  <a:lnTo>
                    <a:pt x="51308" y="110236"/>
                  </a:lnTo>
                  <a:lnTo>
                    <a:pt x="51308" y="97637"/>
                  </a:lnTo>
                  <a:close/>
                </a:path>
                <a:path w="581025" h="219075">
                  <a:moveTo>
                    <a:pt x="81419" y="123304"/>
                  </a:moveTo>
                  <a:lnTo>
                    <a:pt x="60960" y="123304"/>
                  </a:lnTo>
                  <a:lnTo>
                    <a:pt x="60960" y="135001"/>
                  </a:lnTo>
                  <a:lnTo>
                    <a:pt x="81419" y="135001"/>
                  </a:lnTo>
                  <a:lnTo>
                    <a:pt x="81419" y="123304"/>
                  </a:lnTo>
                  <a:close/>
                </a:path>
                <a:path w="581025" h="219075">
                  <a:moveTo>
                    <a:pt x="106222" y="76301"/>
                  </a:moveTo>
                  <a:lnTo>
                    <a:pt x="89027" y="76301"/>
                  </a:lnTo>
                  <a:lnTo>
                    <a:pt x="89027" y="88900"/>
                  </a:lnTo>
                  <a:lnTo>
                    <a:pt x="106222" y="88900"/>
                  </a:lnTo>
                  <a:lnTo>
                    <a:pt x="106222" y="76301"/>
                  </a:lnTo>
                  <a:close/>
                </a:path>
                <a:path w="581025" h="219075">
                  <a:moveTo>
                    <a:pt x="122770" y="98767"/>
                  </a:moveTo>
                  <a:lnTo>
                    <a:pt x="69215" y="98767"/>
                  </a:lnTo>
                  <a:lnTo>
                    <a:pt x="69215" y="111379"/>
                  </a:lnTo>
                  <a:lnTo>
                    <a:pt x="122770" y="111379"/>
                  </a:lnTo>
                  <a:lnTo>
                    <a:pt x="122770" y="98767"/>
                  </a:lnTo>
                  <a:close/>
                </a:path>
                <a:path w="581025" h="219075">
                  <a:moveTo>
                    <a:pt x="125958" y="148069"/>
                  </a:moveTo>
                  <a:lnTo>
                    <a:pt x="112395" y="148069"/>
                  </a:lnTo>
                  <a:lnTo>
                    <a:pt x="112395" y="159766"/>
                  </a:lnTo>
                  <a:lnTo>
                    <a:pt x="125958" y="159766"/>
                  </a:lnTo>
                  <a:lnTo>
                    <a:pt x="125958" y="148069"/>
                  </a:lnTo>
                  <a:close/>
                </a:path>
                <a:path w="581025" h="219075">
                  <a:moveTo>
                    <a:pt x="149466" y="123304"/>
                  </a:moveTo>
                  <a:lnTo>
                    <a:pt x="91567" y="123304"/>
                  </a:lnTo>
                  <a:lnTo>
                    <a:pt x="91567" y="135001"/>
                  </a:lnTo>
                  <a:lnTo>
                    <a:pt x="149466" y="135001"/>
                  </a:lnTo>
                  <a:lnTo>
                    <a:pt x="149466" y="123304"/>
                  </a:lnTo>
                  <a:close/>
                </a:path>
                <a:path w="581025" h="219075">
                  <a:moveTo>
                    <a:pt x="199174" y="148069"/>
                  </a:moveTo>
                  <a:lnTo>
                    <a:pt x="143510" y="148069"/>
                  </a:lnTo>
                  <a:lnTo>
                    <a:pt x="143510" y="159766"/>
                  </a:lnTo>
                  <a:lnTo>
                    <a:pt x="199174" y="159766"/>
                  </a:lnTo>
                  <a:lnTo>
                    <a:pt x="199174" y="148069"/>
                  </a:lnTo>
                  <a:close/>
                </a:path>
                <a:path w="581025" h="219075">
                  <a:moveTo>
                    <a:pt x="207200" y="52311"/>
                  </a:moveTo>
                  <a:lnTo>
                    <a:pt x="170561" y="52311"/>
                  </a:lnTo>
                  <a:lnTo>
                    <a:pt x="170561" y="64897"/>
                  </a:lnTo>
                  <a:lnTo>
                    <a:pt x="207200" y="64897"/>
                  </a:lnTo>
                  <a:lnTo>
                    <a:pt x="207200" y="52311"/>
                  </a:lnTo>
                  <a:close/>
                </a:path>
                <a:path w="581025" h="219075">
                  <a:moveTo>
                    <a:pt x="220383" y="76301"/>
                  </a:moveTo>
                  <a:lnTo>
                    <a:pt x="118364" y="76301"/>
                  </a:lnTo>
                  <a:lnTo>
                    <a:pt x="118364" y="88900"/>
                  </a:lnTo>
                  <a:lnTo>
                    <a:pt x="220383" y="88900"/>
                  </a:lnTo>
                  <a:lnTo>
                    <a:pt x="220383" y="76301"/>
                  </a:lnTo>
                  <a:close/>
                </a:path>
                <a:path w="581025" h="219075">
                  <a:moveTo>
                    <a:pt x="256908" y="123304"/>
                  </a:moveTo>
                  <a:lnTo>
                    <a:pt x="168656" y="123304"/>
                  </a:lnTo>
                  <a:lnTo>
                    <a:pt x="168656" y="135001"/>
                  </a:lnTo>
                  <a:lnTo>
                    <a:pt x="256908" y="135001"/>
                  </a:lnTo>
                  <a:lnTo>
                    <a:pt x="256908" y="123304"/>
                  </a:lnTo>
                  <a:close/>
                </a:path>
                <a:path w="581025" h="219075">
                  <a:moveTo>
                    <a:pt x="271589" y="52311"/>
                  </a:moveTo>
                  <a:lnTo>
                    <a:pt x="217551" y="52311"/>
                  </a:lnTo>
                  <a:lnTo>
                    <a:pt x="217551" y="64897"/>
                  </a:lnTo>
                  <a:lnTo>
                    <a:pt x="271589" y="64897"/>
                  </a:lnTo>
                  <a:lnTo>
                    <a:pt x="271589" y="52311"/>
                  </a:lnTo>
                  <a:close/>
                </a:path>
                <a:path w="581025" h="219075">
                  <a:moveTo>
                    <a:pt x="303415" y="148069"/>
                  </a:moveTo>
                  <a:lnTo>
                    <a:pt x="215773" y="148069"/>
                  </a:lnTo>
                  <a:lnTo>
                    <a:pt x="215773" y="159766"/>
                  </a:lnTo>
                  <a:lnTo>
                    <a:pt x="303415" y="159766"/>
                  </a:lnTo>
                  <a:lnTo>
                    <a:pt x="303415" y="148069"/>
                  </a:lnTo>
                  <a:close/>
                </a:path>
                <a:path w="581025" h="219075">
                  <a:moveTo>
                    <a:pt x="330873" y="52311"/>
                  </a:moveTo>
                  <a:lnTo>
                    <a:pt x="288163" y="52311"/>
                  </a:lnTo>
                  <a:lnTo>
                    <a:pt x="288163" y="64897"/>
                  </a:lnTo>
                  <a:lnTo>
                    <a:pt x="330873" y="64897"/>
                  </a:lnTo>
                  <a:lnTo>
                    <a:pt x="330873" y="52311"/>
                  </a:lnTo>
                  <a:close/>
                </a:path>
                <a:path w="581025" h="219075">
                  <a:moveTo>
                    <a:pt x="580644" y="104267"/>
                  </a:moveTo>
                  <a:lnTo>
                    <a:pt x="451739" y="0"/>
                  </a:lnTo>
                  <a:lnTo>
                    <a:pt x="450088" y="51562"/>
                  </a:lnTo>
                  <a:lnTo>
                    <a:pt x="341249" y="52070"/>
                  </a:lnTo>
                  <a:lnTo>
                    <a:pt x="341376" y="64897"/>
                  </a:lnTo>
                  <a:lnTo>
                    <a:pt x="376174" y="64897"/>
                  </a:lnTo>
                  <a:lnTo>
                    <a:pt x="378206" y="66929"/>
                  </a:lnTo>
                  <a:lnTo>
                    <a:pt x="378206" y="74422"/>
                  </a:lnTo>
                  <a:lnTo>
                    <a:pt x="376174" y="76454"/>
                  </a:lnTo>
                  <a:lnTo>
                    <a:pt x="341376" y="76454"/>
                  </a:lnTo>
                  <a:lnTo>
                    <a:pt x="341376" y="76708"/>
                  </a:lnTo>
                  <a:lnTo>
                    <a:pt x="239649" y="76708"/>
                  </a:lnTo>
                  <a:lnTo>
                    <a:pt x="239649" y="89281"/>
                  </a:lnTo>
                  <a:lnTo>
                    <a:pt x="341376" y="89281"/>
                  </a:lnTo>
                  <a:lnTo>
                    <a:pt x="341376" y="89535"/>
                  </a:lnTo>
                  <a:lnTo>
                    <a:pt x="390144" y="89535"/>
                  </a:lnTo>
                  <a:lnTo>
                    <a:pt x="392303" y="91567"/>
                  </a:lnTo>
                  <a:lnTo>
                    <a:pt x="392303" y="99060"/>
                  </a:lnTo>
                  <a:lnTo>
                    <a:pt x="390144" y="101092"/>
                  </a:lnTo>
                  <a:lnTo>
                    <a:pt x="145034" y="101092"/>
                  </a:lnTo>
                  <a:lnTo>
                    <a:pt x="145034" y="111633"/>
                  </a:lnTo>
                  <a:lnTo>
                    <a:pt x="417068" y="111633"/>
                  </a:lnTo>
                  <a:lnTo>
                    <a:pt x="419100" y="113665"/>
                  </a:lnTo>
                  <a:lnTo>
                    <a:pt x="419100" y="121158"/>
                  </a:lnTo>
                  <a:lnTo>
                    <a:pt x="417068" y="123190"/>
                  </a:lnTo>
                  <a:lnTo>
                    <a:pt x="272542" y="123317"/>
                  </a:lnTo>
                  <a:lnTo>
                    <a:pt x="272542" y="135001"/>
                  </a:lnTo>
                  <a:lnTo>
                    <a:pt x="369570" y="135128"/>
                  </a:lnTo>
                  <a:lnTo>
                    <a:pt x="371602" y="137160"/>
                  </a:lnTo>
                  <a:lnTo>
                    <a:pt x="371602" y="144653"/>
                  </a:lnTo>
                  <a:lnTo>
                    <a:pt x="369570" y="146685"/>
                  </a:lnTo>
                  <a:lnTo>
                    <a:pt x="313690" y="146812"/>
                  </a:lnTo>
                  <a:lnTo>
                    <a:pt x="313690" y="159766"/>
                  </a:lnTo>
                  <a:lnTo>
                    <a:pt x="341757" y="159766"/>
                  </a:lnTo>
                  <a:lnTo>
                    <a:pt x="449453" y="160909"/>
                  </a:lnTo>
                  <a:lnTo>
                    <a:pt x="448945" y="218694"/>
                  </a:lnTo>
                  <a:lnTo>
                    <a:pt x="580644" y="104267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2875152"/>
              <a:ext cx="7667751" cy="71224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19175" y="4210050"/>
            <a:ext cx="4819650" cy="4495800"/>
            <a:chOff x="1019175" y="4210050"/>
            <a:chExt cx="4819650" cy="4495800"/>
          </a:xfrm>
        </p:grpSpPr>
        <p:sp>
          <p:nvSpPr>
            <p:cNvPr id="3" name="object 3" descr=""/>
            <p:cNvSpPr/>
            <p:nvPr/>
          </p:nvSpPr>
          <p:spPr>
            <a:xfrm>
              <a:off x="1028700" y="4219575"/>
              <a:ext cx="4800600" cy="4476750"/>
            </a:xfrm>
            <a:custGeom>
              <a:avLst/>
              <a:gdLst/>
              <a:ahLst/>
              <a:cxnLst/>
              <a:rect l="l" t="t" r="r" b="b"/>
              <a:pathLst>
                <a:path w="4800600" h="4476750">
                  <a:moveTo>
                    <a:pt x="4623435" y="0"/>
                  </a:moveTo>
                  <a:lnTo>
                    <a:pt x="177126" y="0"/>
                  </a:lnTo>
                  <a:lnTo>
                    <a:pt x="142405" y="3428"/>
                  </a:lnTo>
                  <a:lnTo>
                    <a:pt x="78854" y="29717"/>
                  </a:lnTo>
                  <a:lnTo>
                    <a:pt x="29756" y="78866"/>
                  </a:lnTo>
                  <a:lnTo>
                    <a:pt x="3428" y="142366"/>
                  </a:lnTo>
                  <a:lnTo>
                    <a:pt x="0" y="177037"/>
                  </a:lnTo>
                  <a:lnTo>
                    <a:pt x="0" y="4299712"/>
                  </a:lnTo>
                  <a:lnTo>
                    <a:pt x="13474" y="4367403"/>
                  </a:lnTo>
                  <a:lnTo>
                    <a:pt x="51879" y="4424933"/>
                  </a:lnTo>
                  <a:lnTo>
                    <a:pt x="109347" y="4463288"/>
                  </a:lnTo>
                  <a:lnTo>
                    <a:pt x="177126" y="4476750"/>
                  </a:lnTo>
                  <a:lnTo>
                    <a:pt x="4623435" y="4476750"/>
                  </a:lnTo>
                  <a:lnTo>
                    <a:pt x="4691253" y="4463288"/>
                  </a:lnTo>
                  <a:lnTo>
                    <a:pt x="4748657" y="4424933"/>
                  </a:lnTo>
                  <a:lnTo>
                    <a:pt x="4787138" y="4367403"/>
                  </a:lnTo>
                  <a:lnTo>
                    <a:pt x="4800600" y="4299712"/>
                  </a:lnTo>
                  <a:lnTo>
                    <a:pt x="4800600" y="177037"/>
                  </a:lnTo>
                  <a:lnTo>
                    <a:pt x="4787138" y="109347"/>
                  </a:lnTo>
                  <a:lnTo>
                    <a:pt x="4748657" y="51815"/>
                  </a:lnTo>
                  <a:lnTo>
                    <a:pt x="4691253" y="13462"/>
                  </a:lnTo>
                  <a:lnTo>
                    <a:pt x="4623435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028700" y="4219575"/>
              <a:ext cx="4800600" cy="4476750"/>
            </a:xfrm>
            <a:custGeom>
              <a:avLst/>
              <a:gdLst/>
              <a:ahLst/>
              <a:cxnLst/>
              <a:rect l="l" t="t" r="r" b="b"/>
              <a:pathLst>
                <a:path w="4800600" h="4476750">
                  <a:moveTo>
                    <a:pt x="177126" y="0"/>
                  </a:moveTo>
                  <a:lnTo>
                    <a:pt x="4623435" y="0"/>
                  </a:lnTo>
                  <a:lnTo>
                    <a:pt x="4658106" y="3428"/>
                  </a:lnTo>
                  <a:lnTo>
                    <a:pt x="4721733" y="29717"/>
                  </a:lnTo>
                  <a:lnTo>
                    <a:pt x="4770755" y="78866"/>
                  </a:lnTo>
                  <a:lnTo>
                    <a:pt x="4797171" y="142366"/>
                  </a:lnTo>
                  <a:lnTo>
                    <a:pt x="4800600" y="177037"/>
                  </a:lnTo>
                  <a:lnTo>
                    <a:pt x="4800600" y="4299712"/>
                  </a:lnTo>
                  <a:lnTo>
                    <a:pt x="4787138" y="4367403"/>
                  </a:lnTo>
                  <a:lnTo>
                    <a:pt x="4748657" y="4424933"/>
                  </a:lnTo>
                  <a:lnTo>
                    <a:pt x="4691253" y="4463288"/>
                  </a:lnTo>
                  <a:lnTo>
                    <a:pt x="4623435" y="4476750"/>
                  </a:lnTo>
                  <a:lnTo>
                    <a:pt x="177126" y="4476750"/>
                  </a:lnTo>
                  <a:lnTo>
                    <a:pt x="109347" y="4463288"/>
                  </a:lnTo>
                  <a:lnTo>
                    <a:pt x="51879" y="4424933"/>
                  </a:lnTo>
                  <a:lnTo>
                    <a:pt x="13474" y="4367403"/>
                  </a:lnTo>
                  <a:lnTo>
                    <a:pt x="0" y="4299712"/>
                  </a:lnTo>
                  <a:lnTo>
                    <a:pt x="0" y="177037"/>
                  </a:lnTo>
                  <a:lnTo>
                    <a:pt x="13474" y="109347"/>
                  </a:lnTo>
                  <a:lnTo>
                    <a:pt x="51879" y="51815"/>
                  </a:lnTo>
                  <a:lnTo>
                    <a:pt x="109347" y="13462"/>
                  </a:lnTo>
                  <a:lnTo>
                    <a:pt x="177126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12449175" y="2076450"/>
            <a:ext cx="4819650" cy="4495800"/>
            <a:chOff x="12449175" y="2076450"/>
            <a:chExt cx="4819650" cy="4495800"/>
          </a:xfrm>
        </p:grpSpPr>
        <p:sp>
          <p:nvSpPr>
            <p:cNvPr id="6" name="object 6" descr=""/>
            <p:cNvSpPr/>
            <p:nvPr/>
          </p:nvSpPr>
          <p:spPr>
            <a:xfrm>
              <a:off x="12458700" y="2085975"/>
              <a:ext cx="4800600" cy="4476750"/>
            </a:xfrm>
            <a:custGeom>
              <a:avLst/>
              <a:gdLst/>
              <a:ahLst/>
              <a:cxnLst/>
              <a:rect l="l" t="t" r="r" b="b"/>
              <a:pathLst>
                <a:path w="4800600" h="4476750">
                  <a:moveTo>
                    <a:pt x="4623434" y="0"/>
                  </a:moveTo>
                  <a:lnTo>
                    <a:pt x="177165" y="0"/>
                  </a:lnTo>
                  <a:lnTo>
                    <a:pt x="142494" y="3428"/>
                  </a:lnTo>
                  <a:lnTo>
                    <a:pt x="78867" y="29718"/>
                  </a:lnTo>
                  <a:lnTo>
                    <a:pt x="29845" y="78867"/>
                  </a:lnTo>
                  <a:lnTo>
                    <a:pt x="3428" y="142367"/>
                  </a:lnTo>
                  <a:lnTo>
                    <a:pt x="0" y="177038"/>
                  </a:lnTo>
                  <a:lnTo>
                    <a:pt x="0" y="4299712"/>
                  </a:lnTo>
                  <a:lnTo>
                    <a:pt x="13461" y="4367403"/>
                  </a:lnTo>
                  <a:lnTo>
                    <a:pt x="51943" y="4424934"/>
                  </a:lnTo>
                  <a:lnTo>
                    <a:pt x="109347" y="4463288"/>
                  </a:lnTo>
                  <a:lnTo>
                    <a:pt x="177165" y="4476750"/>
                  </a:lnTo>
                  <a:lnTo>
                    <a:pt x="4623434" y="4476750"/>
                  </a:lnTo>
                  <a:lnTo>
                    <a:pt x="4691253" y="4463288"/>
                  </a:lnTo>
                  <a:lnTo>
                    <a:pt x="4748657" y="4424934"/>
                  </a:lnTo>
                  <a:lnTo>
                    <a:pt x="4787138" y="4367403"/>
                  </a:lnTo>
                  <a:lnTo>
                    <a:pt x="4800600" y="4299712"/>
                  </a:lnTo>
                  <a:lnTo>
                    <a:pt x="4800600" y="177038"/>
                  </a:lnTo>
                  <a:lnTo>
                    <a:pt x="4787138" y="109347"/>
                  </a:lnTo>
                  <a:lnTo>
                    <a:pt x="4748657" y="51816"/>
                  </a:lnTo>
                  <a:lnTo>
                    <a:pt x="4691253" y="13461"/>
                  </a:lnTo>
                  <a:lnTo>
                    <a:pt x="4623434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458700" y="2085975"/>
              <a:ext cx="4800600" cy="4476750"/>
            </a:xfrm>
            <a:custGeom>
              <a:avLst/>
              <a:gdLst/>
              <a:ahLst/>
              <a:cxnLst/>
              <a:rect l="l" t="t" r="r" b="b"/>
              <a:pathLst>
                <a:path w="4800600" h="4476750">
                  <a:moveTo>
                    <a:pt x="177165" y="0"/>
                  </a:moveTo>
                  <a:lnTo>
                    <a:pt x="4623434" y="0"/>
                  </a:lnTo>
                  <a:lnTo>
                    <a:pt x="4658106" y="3428"/>
                  </a:lnTo>
                  <a:lnTo>
                    <a:pt x="4721733" y="29718"/>
                  </a:lnTo>
                  <a:lnTo>
                    <a:pt x="4770755" y="78867"/>
                  </a:lnTo>
                  <a:lnTo>
                    <a:pt x="4797171" y="142367"/>
                  </a:lnTo>
                  <a:lnTo>
                    <a:pt x="4800600" y="177038"/>
                  </a:lnTo>
                  <a:lnTo>
                    <a:pt x="4800600" y="4299712"/>
                  </a:lnTo>
                  <a:lnTo>
                    <a:pt x="4787138" y="4367403"/>
                  </a:lnTo>
                  <a:lnTo>
                    <a:pt x="4748657" y="4424934"/>
                  </a:lnTo>
                  <a:lnTo>
                    <a:pt x="4691253" y="4463288"/>
                  </a:lnTo>
                  <a:lnTo>
                    <a:pt x="4623434" y="4476750"/>
                  </a:lnTo>
                  <a:lnTo>
                    <a:pt x="177165" y="4476750"/>
                  </a:lnTo>
                  <a:lnTo>
                    <a:pt x="109347" y="4463288"/>
                  </a:lnTo>
                  <a:lnTo>
                    <a:pt x="51943" y="4424934"/>
                  </a:lnTo>
                  <a:lnTo>
                    <a:pt x="13461" y="4367403"/>
                  </a:lnTo>
                  <a:lnTo>
                    <a:pt x="0" y="4299712"/>
                  </a:lnTo>
                  <a:lnTo>
                    <a:pt x="0" y="177038"/>
                  </a:lnTo>
                  <a:lnTo>
                    <a:pt x="13461" y="109347"/>
                  </a:lnTo>
                  <a:lnTo>
                    <a:pt x="51943" y="51816"/>
                  </a:lnTo>
                  <a:lnTo>
                    <a:pt x="109347" y="13461"/>
                  </a:lnTo>
                  <a:lnTo>
                    <a:pt x="177165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638925" y="2981325"/>
            <a:ext cx="4924425" cy="5419725"/>
            <a:chOff x="6638925" y="2981325"/>
            <a:chExt cx="4924425" cy="5419725"/>
          </a:xfrm>
        </p:grpSpPr>
        <p:sp>
          <p:nvSpPr>
            <p:cNvPr id="9" name="object 9" descr=""/>
            <p:cNvSpPr/>
            <p:nvPr/>
          </p:nvSpPr>
          <p:spPr>
            <a:xfrm>
              <a:off x="6648450" y="2990850"/>
              <a:ext cx="4905375" cy="5400675"/>
            </a:xfrm>
            <a:custGeom>
              <a:avLst/>
              <a:gdLst/>
              <a:ahLst/>
              <a:cxnLst/>
              <a:rect l="l" t="t" r="r" b="b"/>
              <a:pathLst>
                <a:path w="4905375" h="5400675">
                  <a:moveTo>
                    <a:pt x="4724400" y="0"/>
                  </a:moveTo>
                  <a:lnTo>
                    <a:pt x="180975" y="0"/>
                  </a:lnTo>
                  <a:lnTo>
                    <a:pt x="145542" y="4191"/>
                  </a:lnTo>
                  <a:lnTo>
                    <a:pt x="80645" y="35814"/>
                  </a:lnTo>
                  <a:lnTo>
                    <a:pt x="30479" y="95123"/>
                  </a:lnTo>
                  <a:lnTo>
                    <a:pt x="3555" y="171703"/>
                  </a:lnTo>
                  <a:lnTo>
                    <a:pt x="0" y="213614"/>
                  </a:lnTo>
                  <a:lnTo>
                    <a:pt x="0" y="5187061"/>
                  </a:lnTo>
                  <a:lnTo>
                    <a:pt x="13843" y="5268722"/>
                  </a:lnTo>
                  <a:lnTo>
                    <a:pt x="53085" y="5338191"/>
                  </a:lnTo>
                  <a:lnTo>
                    <a:pt x="111759" y="5384419"/>
                  </a:lnTo>
                  <a:lnTo>
                    <a:pt x="180975" y="5400675"/>
                  </a:lnTo>
                  <a:lnTo>
                    <a:pt x="4724400" y="5400675"/>
                  </a:lnTo>
                  <a:lnTo>
                    <a:pt x="4793615" y="5384419"/>
                  </a:lnTo>
                  <a:lnTo>
                    <a:pt x="4852289" y="5338191"/>
                  </a:lnTo>
                  <a:lnTo>
                    <a:pt x="4891532" y="5268722"/>
                  </a:lnTo>
                  <a:lnTo>
                    <a:pt x="4905375" y="5187061"/>
                  </a:lnTo>
                  <a:lnTo>
                    <a:pt x="4905375" y="213614"/>
                  </a:lnTo>
                  <a:lnTo>
                    <a:pt x="4891532" y="131952"/>
                  </a:lnTo>
                  <a:lnTo>
                    <a:pt x="4852289" y="62483"/>
                  </a:lnTo>
                  <a:lnTo>
                    <a:pt x="4793615" y="16255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648450" y="2990850"/>
              <a:ext cx="4905375" cy="5400675"/>
            </a:xfrm>
            <a:custGeom>
              <a:avLst/>
              <a:gdLst/>
              <a:ahLst/>
              <a:cxnLst/>
              <a:rect l="l" t="t" r="r" b="b"/>
              <a:pathLst>
                <a:path w="4905375" h="5400675">
                  <a:moveTo>
                    <a:pt x="180975" y="0"/>
                  </a:moveTo>
                  <a:lnTo>
                    <a:pt x="4724400" y="0"/>
                  </a:lnTo>
                  <a:lnTo>
                    <a:pt x="4759833" y="4191"/>
                  </a:lnTo>
                  <a:lnTo>
                    <a:pt x="4824730" y="35814"/>
                  </a:lnTo>
                  <a:lnTo>
                    <a:pt x="4874895" y="95123"/>
                  </a:lnTo>
                  <a:lnTo>
                    <a:pt x="4901819" y="171703"/>
                  </a:lnTo>
                  <a:lnTo>
                    <a:pt x="4905375" y="213614"/>
                  </a:lnTo>
                  <a:lnTo>
                    <a:pt x="4905375" y="5187061"/>
                  </a:lnTo>
                  <a:lnTo>
                    <a:pt x="4891532" y="5268722"/>
                  </a:lnTo>
                  <a:lnTo>
                    <a:pt x="4852289" y="5338191"/>
                  </a:lnTo>
                  <a:lnTo>
                    <a:pt x="4793615" y="5384419"/>
                  </a:lnTo>
                  <a:lnTo>
                    <a:pt x="4724400" y="5400675"/>
                  </a:lnTo>
                  <a:lnTo>
                    <a:pt x="180975" y="5400675"/>
                  </a:lnTo>
                  <a:lnTo>
                    <a:pt x="111759" y="5384419"/>
                  </a:lnTo>
                  <a:lnTo>
                    <a:pt x="53085" y="5338191"/>
                  </a:lnTo>
                  <a:lnTo>
                    <a:pt x="13843" y="5268722"/>
                  </a:lnTo>
                  <a:lnTo>
                    <a:pt x="0" y="5187061"/>
                  </a:lnTo>
                  <a:lnTo>
                    <a:pt x="0" y="213614"/>
                  </a:lnTo>
                  <a:lnTo>
                    <a:pt x="13843" y="131952"/>
                  </a:lnTo>
                  <a:lnTo>
                    <a:pt x="53085" y="62483"/>
                  </a:lnTo>
                  <a:lnTo>
                    <a:pt x="111759" y="16255"/>
                  </a:lnTo>
                  <a:lnTo>
                    <a:pt x="180975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7075" y="3390900"/>
              <a:ext cx="466725" cy="4762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43825" y="3390900"/>
              <a:ext cx="685800" cy="476250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7062216" y="3476053"/>
            <a:ext cx="3807460" cy="4704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635">
              <a:lnSpc>
                <a:spcPct val="100000"/>
              </a:lnSpc>
              <a:spcBef>
                <a:spcPts val="100"/>
              </a:spcBef>
            </a:pPr>
            <a:r>
              <a:rPr dirty="0" sz="2550" spc="-25" b="1">
                <a:solidFill>
                  <a:srgbClr val="171D2B"/>
                </a:solidFill>
                <a:latin typeface="Calibri"/>
                <a:cs typeface="Calibri"/>
              </a:rPr>
              <a:t>ướ</a:t>
            </a:r>
            <a:endParaRPr sz="2550">
              <a:latin typeface="Calibri"/>
              <a:cs typeface="Calibri"/>
            </a:endParaRPr>
          </a:p>
          <a:p>
            <a:pPr marL="12700">
              <a:lnSpc>
                <a:spcPts val="3030"/>
              </a:lnSpc>
              <a:spcBef>
                <a:spcPts val="95"/>
              </a:spcBef>
            </a:pP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Đăng</a:t>
            </a:r>
            <a:r>
              <a:rPr dirty="0" sz="25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nhập</a:t>
            </a:r>
            <a:r>
              <a:rPr dirty="0" sz="25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25">
                <a:solidFill>
                  <a:srgbClr val="171D2B"/>
                </a:solidFill>
                <a:latin typeface="Times New Roman"/>
                <a:cs typeface="Times New Roman"/>
              </a:rPr>
              <a:t>với</a:t>
            </a: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ts val="3030"/>
              </a:lnSpc>
            </a:pP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AUTH_COMMAND: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ct val="100600"/>
              </a:lnSpc>
            </a:pP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5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gửi</a:t>
            </a:r>
            <a:r>
              <a:rPr dirty="0" sz="255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email</a:t>
            </a:r>
            <a:r>
              <a:rPr dirty="0" sz="25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5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mật</a:t>
            </a:r>
            <a:r>
              <a:rPr dirty="0" sz="25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20">
                <a:solidFill>
                  <a:srgbClr val="171D2B"/>
                </a:solidFill>
                <a:latin typeface="Times New Roman"/>
                <a:cs typeface="Times New Roman"/>
              </a:rPr>
              <a:t>khẩu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đăng</a:t>
            </a:r>
            <a:r>
              <a:rPr dirty="0" sz="25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nhập</a:t>
            </a:r>
            <a:r>
              <a:rPr dirty="0" sz="25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tới</a:t>
            </a:r>
            <a:r>
              <a:rPr dirty="0" sz="25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Server.</a:t>
            </a:r>
            <a:endParaRPr sz="2550">
              <a:latin typeface="Times New Roman"/>
              <a:cs typeface="Times New Roman"/>
            </a:endParaRPr>
          </a:p>
          <a:p>
            <a:pPr marL="12700" marR="511809">
              <a:lnSpc>
                <a:spcPts val="3080"/>
              </a:lnSpc>
              <a:spcBef>
                <a:spcPts val="100"/>
              </a:spcBef>
            </a:pP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550" spc="-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kiểm</a:t>
            </a:r>
            <a:r>
              <a:rPr dirty="0" sz="25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tra</a:t>
            </a:r>
            <a:r>
              <a:rPr dirty="0" sz="25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tài</a:t>
            </a:r>
            <a:r>
              <a:rPr dirty="0" sz="25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khoản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bằng</a:t>
            </a:r>
            <a:r>
              <a:rPr dirty="0" sz="25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mật</a:t>
            </a:r>
            <a:r>
              <a:rPr dirty="0" sz="25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khẩu</a:t>
            </a:r>
            <a:r>
              <a:rPr dirty="0" sz="255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25">
                <a:solidFill>
                  <a:srgbClr val="171D2B"/>
                </a:solidFill>
                <a:latin typeface="Times New Roman"/>
                <a:cs typeface="Times New Roman"/>
              </a:rPr>
              <a:t>đã</a:t>
            </a: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ts val="2895"/>
              </a:lnSpc>
            </a:pP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được</a:t>
            </a:r>
            <a:r>
              <a:rPr dirty="0" sz="25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hash</a:t>
            </a:r>
            <a:r>
              <a:rPr dirty="0" sz="25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PBKDF2</a:t>
            </a:r>
            <a:endParaRPr sz="2550">
              <a:latin typeface="Times New Roman"/>
              <a:cs typeface="Times New Roman"/>
            </a:endParaRPr>
          </a:p>
          <a:p>
            <a:pPr marL="12700" marR="299085">
              <a:lnSpc>
                <a:spcPct val="100600"/>
              </a:lnSpc>
              <a:spcBef>
                <a:spcPts val="5"/>
              </a:spcBef>
            </a:pP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+</a:t>
            </a:r>
            <a:r>
              <a:rPr dirty="0" sz="25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salt</a:t>
            </a:r>
            <a:r>
              <a:rPr dirty="0" sz="25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trong</a:t>
            </a:r>
            <a:r>
              <a:rPr dirty="0" sz="25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database,</a:t>
            </a:r>
            <a:r>
              <a:rPr dirty="0" sz="25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20">
                <a:solidFill>
                  <a:srgbClr val="171D2B"/>
                </a:solidFill>
                <a:latin typeface="Times New Roman"/>
                <a:cs typeface="Times New Roman"/>
              </a:rPr>
              <a:t>đồng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thời</a:t>
            </a:r>
            <a:r>
              <a:rPr dirty="0" sz="25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kiểm</a:t>
            </a:r>
            <a:r>
              <a:rPr dirty="0" sz="25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tra</a:t>
            </a:r>
            <a:r>
              <a:rPr dirty="0" sz="25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25">
                <a:solidFill>
                  <a:srgbClr val="171D2B"/>
                </a:solidFill>
                <a:latin typeface="Times New Roman"/>
                <a:cs typeface="Times New Roman"/>
              </a:rPr>
              <a:t>vai</a:t>
            </a:r>
            <a:endParaRPr sz="2550">
              <a:latin typeface="Times New Roman"/>
              <a:cs typeface="Times New Roman"/>
            </a:endParaRPr>
          </a:p>
          <a:p>
            <a:pPr marL="12700" marR="35560">
              <a:lnSpc>
                <a:spcPts val="3080"/>
              </a:lnSpc>
              <a:spcBef>
                <a:spcPts val="95"/>
              </a:spcBef>
            </a:pP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trò</a:t>
            </a:r>
            <a:r>
              <a:rPr dirty="0" sz="255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User/Admin</a:t>
            </a:r>
            <a:r>
              <a:rPr dirty="0" sz="25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5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trạng</a:t>
            </a:r>
            <a:r>
              <a:rPr dirty="0" sz="255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20">
                <a:solidFill>
                  <a:srgbClr val="171D2B"/>
                </a:solidFill>
                <a:latin typeface="Times New Roman"/>
                <a:cs typeface="Times New Roman"/>
              </a:rPr>
              <a:t>thái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tài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 khoản.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6563975" y="8477250"/>
            <a:ext cx="695325" cy="781050"/>
            <a:chOff x="16563975" y="8477250"/>
            <a:chExt cx="695325" cy="781050"/>
          </a:xfrm>
        </p:grpSpPr>
        <p:sp>
          <p:nvSpPr>
            <p:cNvPr id="15" name="object 15" descr=""/>
            <p:cNvSpPr/>
            <p:nvPr/>
          </p:nvSpPr>
          <p:spPr>
            <a:xfrm>
              <a:off x="16630650" y="8972550"/>
              <a:ext cx="561975" cy="276225"/>
            </a:xfrm>
            <a:custGeom>
              <a:avLst/>
              <a:gdLst/>
              <a:ahLst/>
              <a:cxnLst/>
              <a:rect l="l" t="t" r="r" b="b"/>
              <a:pathLst>
                <a:path w="561975" h="276225">
                  <a:moveTo>
                    <a:pt x="561606" y="0"/>
                  </a:moveTo>
                  <a:lnTo>
                    <a:pt x="0" y="0"/>
                  </a:lnTo>
                  <a:lnTo>
                    <a:pt x="0" y="275818"/>
                  </a:lnTo>
                  <a:lnTo>
                    <a:pt x="561606" y="275818"/>
                  </a:lnTo>
                  <a:lnTo>
                    <a:pt x="561606" y="0"/>
                  </a:lnTo>
                  <a:close/>
                </a:path>
              </a:pathLst>
            </a:custGeom>
            <a:solidFill>
              <a:srgbClr val="FFB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6624300" y="8477249"/>
              <a:ext cx="574675" cy="502920"/>
            </a:xfrm>
            <a:custGeom>
              <a:avLst/>
              <a:gdLst/>
              <a:ahLst/>
              <a:cxnLst/>
              <a:rect l="l" t="t" r="r" b="b"/>
              <a:pathLst>
                <a:path w="574675" h="502920">
                  <a:moveTo>
                    <a:pt x="574167" y="493903"/>
                  </a:moveTo>
                  <a:lnTo>
                    <a:pt x="572643" y="485013"/>
                  </a:lnTo>
                  <a:lnTo>
                    <a:pt x="99733" y="485013"/>
                  </a:lnTo>
                  <a:lnTo>
                    <a:pt x="99733" y="405193"/>
                  </a:lnTo>
                  <a:lnTo>
                    <a:pt x="81788" y="405193"/>
                  </a:lnTo>
                  <a:lnTo>
                    <a:pt x="81788" y="485013"/>
                  </a:lnTo>
                  <a:lnTo>
                    <a:pt x="18415" y="485013"/>
                  </a:lnTo>
                  <a:lnTo>
                    <a:pt x="24892" y="458597"/>
                  </a:lnTo>
                  <a:lnTo>
                    <a:pt x="38227" y="435737"/>
                  </a:lnTo>
                  <a:lnTo>
                    <a:pt x="57531" y="417449"/>
                  </a:lnTo>
                  <a:lnTo>
                    <a:pt x="81788" y="405130"/>
                  </a:lnTo>
                  <a:lnTo>
                    <a:pt x="99695" y="405130"/>
                  </a:lnTo>
                  <a:lnTo>
                    <a:pt x="99695" y="400431"/>
                  </a:lnTo>
                  <a:lnTo>
                    <a:pt x="216916" y="371983"/>
                  </a:lnTo>
                  <a:lnTo>
                    <a:pt x="433324" y="371983"/>
                  </a:lnTo>
                  <a:lnTo>
                    <a:pt x="422529" y="369316"/>
                  </a:lnTo>
                  <a:lnTo>
                    <a:pt x="286512" y="369316"/>
                  </a:lnTo>
                  <a:lnTo>
                    <a:pt x="243840" y="360807"/>
                  </a:lnTo>
                  <a:lnTo>
                    <a:pt x="209042" y="337312"/>
                  </a:lnTo>
                  <a:lnTo>
                    <a:pt x="185547" y="302641"/>
                  </a:lnTo>
                  <a:lnTo>
                    <a:pt x="176911" y="260096"/>
                  </a:lnTo>
                  <a:lnTo>
                    <a:pt x="176911" y="220853"/>
                  </a:lnTo>
                  <a:lnTo>
                    <a:pt x="235204" y="220853"/>
                  </a:lnTo>
                  <a:lnTo>
                    <a:pt x="223139" y="218440"/>
                  </a:lnTo>
                  <a:lnTo>
                    <a:pt x="192786" y="208280"/>
                  </a:lnTo>
                  <a:lnTo>
                    <a:pt x="163957" y="194183"/>
                  </a:lnTo>
                  <a:lnTo>
                    <a:pt x="200660" y="178943"/>
                  </a:lnTo>
                  <a:lnTo>
                    <a:pt x="154559" y="178943"/>
                  </a:lnTo>
                  <a:lnTo>
                    <a:pt x="171704" y="97917"/>
                  </a:lnTo>
                  <a:lnTo>
                    <a:pt x="191389" y="62992"/>
                  </a:lnTo>
                  <a:lnTo>
                    <a:pt x="249174" y="22987"/>
                  </a:lnTo>
                  <a:lnTo>
                    <a:pt x="287147" y="17907"/>
                  </a:lnTo>
                  <a:lnTo>
                    <a:pt x="355092" y="17907"/>
                  </a:lnTo>
                  <a:lnTo>
                    <a:pt x="330073" y="5842"/>
                  </a:lnTo>
                  <a:lnTo>
                    <a:pt x="287147" y="0"/>
                  </a:lnTo>
                  <a:lnTo>
                    <a:pt x="243840" y="5842"/>
                  </a:lnTo>
                  <a:lnTo>
                    <a:pt x="207010" y="23368"/>
                  </a:lnTo>
                  <a:lnTo>
                    <a:pt x="177292" y="51943"/>
                  </a:lnTo>
                  <a:lnTo>
                    <a:pt x="154940" y="91567"/>
                  </a:lnTo>
                  <a:lnTo>
                    <a:pt x="138938" y="152146"/>
                  </a:lnTo>
                  <a:lnTo>
                    <a:pt x="136525" y="180975"/>
                  </a:lnTo>
                  <a:lnTo>
                    <a:pt x="137541" y="188976"/>
                  </a:lnTo>
                  <a:lnTo>
                    <a:pt x="159004" y="211836"/>
                  </a:lnTo>
                  <a:lnTo>
                    <a:pt x="159004" y="260096"/>
                  </a:lnTo>
                  <a:lnTo>
                    <a:pt x="171069" y="314071"/>
                  </a:lnTo>
                  <a:lnTo>
                    <a:pt x="203708" y="356743"/>
                  </a:lnTo>
                  <a:lnTo>
                    <a:pt x="85598" y="385445"/>
                  </a:lnTo>
                  <a:lnTo>
                    <a:pt x="50927" y="400177"/>
                  </a:lnTo>
                  <a:lnTo>
                    <a:pt x="23876" y="424815"/>
                  </a:lnTo>
                  <a:lnTo>
                    <a:pt x="6350" y="456819"/>
                  </a:lnTo>
                  <a:lnTo>
                    <a:pt x="0" y="493903"/>
                  </a:lnTo>
                  <a:lnTo>
                    <a:pt x="0" y="498856"/>
                  </a:lnTo>
                  <a:lnTo>
                    <a:pt x="4064" y="502793"/>
                  </a:lnTo>
                  <a:lnTo>
                    <a:pt x="570103" y="502793"/>
                  </a:lnTo>
                  <a:lnTo>
                    <a:pt x="574167" y="498856"/>
                  </a:lnTo>
                  <a:lnTo>
                    <a:pt x="574167" y="493903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78859" y="8495156"/>
              <a:ext cx="418083" cy="46710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6563975" y="9113773"/>
              <a:ext cx="78740" cy="144145"/>
            </a:xfrm>
            <a:custGeom>
              <a:avLst/>
              <a:gdLst/>
              <a:ahLst/>
              <a:cxnLst/>
              <a:rect l="l" t="t" r="r" b="b"/>
              <a:pathLst>
                <a:path w="78740" h="144145">
                  <a:moveTo>
                    <a:pt x="78359" y="4000"/>
                  </a:moveTo>
                  <a:lnTo>
                    <a:pt x="74295" y="0"/>
                  </a:lnTo>
                  <a:lnTo>
                    <a:pt x="60325" y="0"/>
                  </a:lnTo>
                  <a:lnTo>
                    <a:pt x="60325" y="17894"/>
                  </a:lnTo>
                  <a:lnTo>
                    <a:pt x="60325" y="126199"/>
                  </a:lnTo>
                  <a:lnTo>
                    <a:pt x="42672" y="126199"/>
                  </a:lnTo>
                  <a:lnTo>
                    <a:pt x="33020" y="124269"/>
                  </a:lnTo>
                  <a:lnTo>
                    <a:pt x="25146" y="118986"/>
                  </a:lnTo>
                  <a:lnTo>
                    <a:pt x="19939" y="111163"/>
                  </a:lnTo>
                  <a:lnTo>
                    <a:pt x="17907" y="101600"/>
                  </a:lnTo>
                  <a:lnTo>
                    <a:pt x="17907" y="42494"/>
                  </a:lnTo>
                  <a:lnTo>
                    <a:pt x="19939" y="32931"/>
                  </a:lnTo>
                  <a:lnTo>
                    <a:pt x="25146" y="25107"/>
                  </a:lnTo>
                  <a:lnTo>
                    <a:pt x="33020" y="19824"/>
                  </a:lnTo>
                  <a:lnTo>
                    <a:pt x="42672" y="17894"/>
                  </a:lnTo>
                  <a:lnTo>
                    <a:pt x="60325" y="17894"/>
                  </a:lnTo>
                  <a:lnTo>
                    <a:pt x="60325" y="0"/>
                  </a:lnTo>
                  <a:lnTo>
                    <a:pt x="42672" y="0"/>
                  </a:lnTo>
                  <a:lnTo>
                    <a:pt x="26035" y="3340"/>
                  </a:lnTo>
                  <a:lnTo>
                    <a:pt x="12446" y="12458"/>
                  </a:lnTo>
                  <a:lnTo>
                    <a:pt x="3302" y="25971"/>
                  </a:lnTo>
                  <a:lnTo>
                    <a:pt x="0" y="42494"/>
                  </a:lnTo>
                  <a:lnTo>
                    <a:pt x="0" y="101600"/>
                  </a:lnTo>
                  <a:lnTo>
                    <a:pt x="3302" y="118122"/>
                  </a:lnTo>
                  <a:lnTo>
                    <a:pt x="12446" y="131635"/>
                  </a:lnTo>
                  <a:lnTo>
                    <a:pt x="26035" y="140754"/>
                  </a:lnTo>
                  <a:lnTo>
                    <a:pt x="42672" y="144094"/>
                  </a:lnTo>
                  <a:lnTo>
                    <a:pt x="74295" y="144094"/>
                  </a:lnTo>
                  <a:lnTo>
                    <a:pt x="78359" y="140093"/>
                  </a:lnTo>
                  <a:lnTo>
                    <a:pt x="78359" y="126199"/>
                  </a:lnTo>
                  <a:lnTo>
                    <a:pt x="78270" y="17894"/>
                  </a:lnTo>
                  <a:lnTo>
                    <a:pt x="78359" y="4000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80559" y="9113773"/>
              <a:ext cx="78232" cy="144094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6674084" y="9011030"/>
              <a:ext cx="483870" cy="206375"/>
            </a:xfrm>
            <a:custGeom>
              <a:avLst/>
              <a:gdLst/>
              <a:ahLst/>
              <a:cxnLst/>
              <a:rect l="l" t="t" r="r" b="b"/>
              <a:pathLst>
                <a:path w="483869" h="206375">
                  <a:moveTo>
                    <a:pt x="81915" y="191897"/>
                  </a:moveTo>
                  <a:lnTo>
                    <a:pt x="77978" y="187896"/>
                  </a:lnTo>
                  <a:lnTo>
                    <a:pt x="3937" y="187896"/>
                  </a:lnTo>
                  <a:lnTo>
                    <a:pt x="0" y="191897"/>
                  </a:lnTo>
                  <a:lnTo>
                    <a:pt x="0" y="201777"/>
                  </a:lnTo>
                  <a:lnTo>
                    <a:pt x="3937" y="205790"/>
                  </a:lnTo>
                  <a:lnTo>
                    <a:pt x="77978" y="205790"/>
                  </a:lnTo>
                  <a:lnTo>
                    <a:pt x="81915" y="201777"/>
                  </a:lnTo>
                  <a:lnTo>
                    <a:pt x="81915" y="191897"/>
                  </a:lnTo>
                  <a:close/>
                </a:path>
                <a:path w="483869" h="206375">
                  <a:moveTo>
                    <a:pt x="81915" y="152971"/>
                  </a:moveTo>
                  <a:lnTo>
                    <a:pt x="77978" y="148971"/>
                  </a:lnTo>
                  <a:lnTo>
                    <a:pt x="3937" y="148971"/>
                  </a:lnTo>
                  <a:lnTo>
                    <a:pt x="0" y="152971"/>
                  </a:lnTo>
                  <a:lnTo>
                    <a:pt x="0" y="162852"/>
                  </a:lnTo>
                  <a:lnTo>
                    <a:pt x="3937" y="166865"/>
                  </a:lnTo>
                  <a:lnTo>
                    <a:pt x="77978" y="166865"/>
                  </a:lnTo>
                  <a:lnTo>
                    <a:pt x="81915" y="162852"/>
                  </a:lnTo>
                  <a:lnTo>
                    <a:pt x="81915" y="152971"/>
                  </a:lnTo>
                  <a:close/>
                </a:path>
                <a:path w="483869" h="206375">
                  <a:moveTo>
                    <a:pt x="483400" y="17868"/>
                  </a:moveTo>
                  <a:lnTo>
                    <a:pt x="483362" y="3937"/>
                  </a:lnTo>
                  <a:lnTo>
                    <a:pt x="479425" y="0"/>
                  </a:lnTo>
                  <a:lnTo>
                    <a:pt x="465455" y="0"/>
                  </a:lnTo>
                  <a:lnTo>
                    <a:pt x="465455" y="17868"/>
                  </a:lnTo>
                  <a:lnTo>
                    <a:pt x="465455" y="93624"/>
                  </a:lnTo>
                  <a:lnTo>
                    <a:pt x="389382" y="93624"/>
                  </a:lnTo>
                  <a:lnTo>
                    <a:pt x="389382" y="17868"/>
                  </a:lnTo>
                  <a:lnTo>
                    <a:pt x="465455" y="17868"/>
                  </a:lnTo>
                  <a:lnTo>
                    <a:pt x="465455" y="0"/>
                  </a:lnTo>
                  <a:lnTo>
                    <a:pt x="375539" y="0"/>
                  </a:lnTo>
                  <a:lnTo>
                    <a:pt x="371475" y="3937"/>
                  </a:lnTo>
                  <a:lnTo>
                    <a:pt x="371475" y="107518"/>
                  </a:lnTo>
                  <a:lnTo>
                    <a:pt x="375539" y="111518"/>
                  </a:lnTo>
                  <a:lnTo>
                    <a:pt x="479425" y="111518"/>
                  </a:lnTo>
                  <a:lnTo>
                    <a:pt x="483362" y="107518"/>
                  </a:lnTo>
                  <a:lnTo>
                    <a:pt x="483362" y="93624"/>
                  </a:lnTo>
                  <a:lnTo>
                    <a:pt x="483400" y="17868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4714875" y="3209925"/>
            <a:ext cx="1819275" cy="818515"/>
            <a:chOff x="4714875" y="3209925"/>
            <a:chExt cx="1819275" cy="818515"/>
          </a:xfrm>
        </p:grpSpPr>
        <p:sp>
          <p:nvSpPr>
            <p:cNvPr id="22" name="object 22" descr=""/>
            <p:cNvSpPr/>
            <p:nvPr/>
          </p:nvSpPr>
          <p:spPr>
            <a:xfrm>
              <a:off x="4714875" y="3209925"/>
              <a:ext cx="1809114" cy="809625"/>
            </a:xfrm>
            <a:custGeom>
              <a:avLst/>
              <a:gdLst/>
              <a:ahLst/>
              <a:cxnLst/>
              <a:rect l="l" t="t" r="r" b="b"/>
              <a:pathLst>
                <a:path w="1809115" h="809625">
                  <a:moveTo>
                    <a:pt x="1237488" y="0"/>
                  </a:moveTo>
                  <a:lnTo>
                    <a:pt x="1186179" y="126"/>
                  </a:lnTo>
                  <a:lnTo>
                    <a:pt x="1134745" y="2285"/>
                  </a:lnTo>
                  <a:lnTo>
                    <a:pt x="1083437" y="6350"/>
                  </a:lnTo>
                  <a:lnTo>
                    <a:pt x="1032383" y="12573"/>
                  </a:lnTo>
                  <a:lnTo>
                    <a:pt x="981583" y="20574"/>
                  </a:lnTo>
                  <a:lnTo>
                    <a:pt x="931545" y="30606"/>
                  </a:lnTo>
                  <a:lnTo>
                    <a:pt x="881888" y="42418"/>
                  </a:lnTo>
                  <a:lnTo>
                    <a:pt x="832738" y="56260"/>
                  </a:lnTo>
                  <a:lnTo>
                    <a:pt x="784098" y="71881"/>
                  </a:lnTo>
                  <a:lnTo>
                    <a:pt x="736091" y="89407"/>
                  </a:lnTo>
                  <a:lnTo>
                    <a:pt x="688848" y="108711"/>
                  </a:lnTo>
                  <a:lnTo>
                    <a:pt x="642365" y="129921"/>
                  </a:lnTo>
                  <a:lnTo>
                    <a:pt x="596646" y="152780"/>
                  </a:lnTo>
                  <a:lnTo>
                    <a:pt x="551941" y="177419"/>
                  </a:lnTo>
                  <a:lnTo>
                    <a:pt x="508253" y="203707"/>
                  </a:lnTo>
                  <a:lnTo>
                    <a:pt x="465200" y="231901"/>
                  </a:lnTo>
                  <a:lnTo>
                    <a:pt x="423290" y="261747"/>
                  </a:lnTo>
                  <a:lnTo>
                    <a:pt x="382524" y="293243"/>
                  </a:lnTo>
                  <a:lnTo>
                    <a:pt x="343026" y="326135"/>
                  </a:lnTo>
                  <a:lnTo>
                    <a:pt x="304926" y="360679"/>
                  </a:lnTo>
                  <a:lnTo>
                    <a:pt x="270128" y="394461"/>
                  </a:lnTo>
                  <a:lnTo>
                    <a:pt x="236854" y="429386"/>
                  </a:lnTo>
                  <a:lnTo>
                    <a:pt x="204850" y="465454"/>
                  </a:lnTo>
                  <a:lnTo>
                    <a:pt x="174244" y="502539"/>
                  </a:lnTo>
                  <a:lnTo>
                    <a:pt x="145161" y="540766"/>
                  </a:lnTo>
                  <a:lnTo>
                    <a:pt x="117348" y="580136"/>
                  </a:lnTo>
                  <a:lnTo>
                    <a:pt x="90932" y="620395"/>
                  </a:lnTo>
                  <a:lnTo>
                    <a:pt x="66039" y="661797"/>
                  </a:lnTo>
                  <a:lnTo>
                    <a:pt x="42545" y="704214"/>
                  </a:lnTo>
                  <a:lnTo>
                    <a:pt x="20574" y="747522"/>
                  </a:lnTo>
                  <a:lnTo>
                    <a:pt x="0" y="791845"/>
                  </a:lnTo>
                  <a:lnTo>
                    <a:pt x="39624" y="809371"/>
                  </a:lnTo>
                  <a:lnTo>
                    <a:pt x="61595" y="762253"/>
                  </a:lnTo>
                  <a:lnTo>
                    <a:pt x="85344" y="716407"/>
                  </a:lnTo>
                  <a:lnTo>
                    <a:pt x="110616" y="671576"/>
                  </a:lnTo>
                  <a:lnTo>
                    <a:pt x="137667" y="627888"/>
                  </a:lnTo>
                  <a:lnTo>
                    <a:pt x="166497" y="585470"/>
                  </a:lnTo>
                  <a:lnTo>
                    <a:pt x="196850" y="544322"/>
                  </a:lnTo>
                  <a:lnTo>
                    <a:pt x="228853" y="504317"/>
                  </a:lnTo>
                  <a:lnTo>
                    <a:pt x="262509" y="465708"/>
                  </a:lnTo>
                  <a:lnTo>
                    <a:pt x="297688" y="428371"/>
                  </a:lnTo>
                  <a:lnTo>
                    <a:pt x="334517" y="392302"/>
                  </a:lnTo>
                  <a:lnTo>
                    <a:pt x="371475" y="359028"/>
                  </a:lnTo>
                  <a:lnTo>
                    <a:pt x="409575" y="327151"/>
                  </a:lnTo>
                  <a:lnTo>
                    <a:pt x="449072" y="296672"/>
                  </a:lnTo>
                  <a:lnTo>
                    <a:pt x="489585" y="267716"/>
                  </a:lnTo>
                  <a:lnTo>
                    <a:pt x="531240" y="240538"/>
                  </a:lnTo>
                  <a:lnTo>
                    <a:pt x="573532" y="215138"/>
                  </a:lnTo>
                  <a:lnTo>
                    <a:pt x="616838" y="191261"/>
                  </a:lnTo>
                  <a:lnTo>
                    <a:pt x="661035" y="169164"/>
                  </a:lnTo>
                  <a:lnTo>
                    <a:pt x="706120" y="148717"/>
                  </a:lnTo>
                  <a:lnTo>
                    <a:pt x="751839" y="129921"/>
                  </a:lnTo>
                  <a:lnTo>
                    <a:pt x="798195" y="113029"/>
                  </a:lnTo>
                  <a:lnTo>
                    <a:pt x="845185" y="97917"/>
                  </a:lnTo>
                  <a:lnTo>
                    <a:pt x="892810" y="84581"/>
                  </a:lnTo>
                  <a:lnTo>
                    <a:pt x="940815" y="73025"/>
                  </a:lnTo>
                  <a:lnTo>
                    <a:pt x="989202" y="63373"/>
                  </a:lnTo>
                  <a:lnTo>
                    <a:pt x="1038351" y="55625"/>
                  </a:lnTo>
                  <a:lnTo>
                    <a:pt x="1087754" y="49656"/>
                  </a:lnTo>
                  <a:lnTo>
                    <a:pt x="1137412" y="45720"/>
                  </a:lnTo>
                  <a:lnTo>
                    <a:pt x="1187069" y="43560"/>
                  </a:lnTo>
                  <a:lnTo>
                    <a:pt x="1236726" y="43433"/>
                  </a:lnTo>
                  <a:lnTo>
                    <a:pt x="1287399" y="45339"/>
                  </a:lnTo>
                  <a:lnTo>
                    <a:pt x="1337690" y="49149"/>
                  </a:lnTo>
                  <a:lnTo>
                    <a:pt x="1387602" y="54991"/>
                  </a:lnTo>
                  <a:lnTo>
                    <a:pt x="1437386" y="62738"/>
                  </a:lnTo>
                  <a:lnTo>
                    <a:pt x="1486662" y="72517"/>
                  </a:lnTo>
                  <a:lnTo>
                    <a:pt x="1535557" y="84200"/>
                  </a:lnTo>
                  <a:lnTo>
                    <a:pt x="1584071" y="97790"/>
                  </a:lnTo>
                  <a:lnTo>
                    <a:pt x="1632203" y="113410"/>
                  </a:lnTo>
                  <a:lnTo>
                    <a:pt x="1679828" y="130936"/>
                  </a:lnTo>
                  <a:lnTo>
                    <a:pt x="1726946" y="150368"/>
                  </a:lnTo>
                  <a:lnTo>
                    <a:pt x="1705990" y="197739"/>
                  </a:lnTo>
                  <a:lnTo>
                    <a:pt x="1809115" y="170306"/>
                  </a:lnTo>
                  <a:lnTo>
                    <a:pt x="1760092" y="75183"/>
                  </a:lnTo>
                  <a:lnTo>
                    <a:pt x="1744472" y="110617"/>
                  </a:lnTo>
                  <a:lnTo>
                    <a:pt x="1695703" y="90550"/>
                  </a:lnTo>
                  <a:lnTo>
                    <a:pt x="1646554" y="72390"/>
                  </a:lnTo>
                  <a:lnTo>
                    <a:pt x="1596771" y="56260"/>
                  </a:lnTo>
                  <a:lnTo>
                    <a:pt x="1546605" y="42164"/>
                  </a:lnTo>
                  <a:lnTo>
                    <a:pt x="1495933" y="29972"/>
                  </a:lnTo>
                  <a:lnTo>
                    <a:pt x="1445005" y="19939"/>
                  </a:lnTo>
                  <a:lnTo>
                    <a:pt x="1393571" y="11938"/>
                  </a:lnTo>
                  <a:lnTo>
                    <a:pt x="1341882" y="5842"/>
                  </a:lnTo>
                  <a:lnTo>
                    <a:pt x="1289812" y="1904"/>
                  </a:lnTo>
                  <a:lnTo>
                    <a:pt x="1237488" y="0"/>
                  </a:lnTo>
                  <a:close/>
                </a:path>
              </a:pathLst>
            </a:custGeom>
            <a:solidFill>
              <a:srgbClr val="FF94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714875" y="3209924"/>
              <a:ext cx="1776095" cy="818515"/>
            </a:xfrm>
            <a:custGeom>
              <a:avLst/>
              <a:gdLst/>
              <a:ahLst/>
              <a:cxnLst/>
              <a:rect l="l" t="t" r="r" b="b"/>
              <a:pathLst>
                <a:path w="1776095" h="818514">
                  <a:moveTo>
                    <a:pt x="1736090" y="152273"/>
                  </a:moveTo>
                  <a:lnTo>
                    <a:pt x="1685163" y="131191"/>
                  </a:lnTo>
                  <a:lnTo>
                    <a:pt x="1637538" y="113538"/>
                  </a:lnTo>
                  <a:lnTo>
                    <a:pt x="1589278" y="97917"/>
                  </a:lnTo>
                  <a:lnTo>
                    <a:pt x="1540637" y="84328"/>
                  </a:lnTo>
                  <a:lnTo>
                    <a:pt x="1491615" y="72517"/>
                  </a:lnTo>
                  <a:lnTo>
                    <a:pt x="1442212" y="62738"/>
                  </a:lnTo>
                  <a:lnTo>
                    <a:pt x="1392428" y="54991"/>
                  </a:lnTo>
                  <a:lnTo>
                    <a:pt x="1342263" y="49149"/>
                  </a:lnTo>
                  <a:lnTo>
                    <a:pt x="1291844" y="45339"/>
                  </a:lnTo>
                  <a:lnTo>
                    <a:pt x="1241171" y="43434"/>
                  </a:lnTo>
                  <a:lnTo>
                    <a:pt x="1191387" y="43561"/>
                  </a:lnTo>
                  <a:lnTo>
                    <a:pt x="1141603" y="45720"/>
                  </a:lnTo>
                  <a:lnTo>
                    <a:pt x="1091819" y="49657"/>
                  </a:lnTo>
                  <a:lnTo>
                    <a:pt x="1042289" y="55626"/>
                  </a:lnTo>
                  <a:lnTo>
                    <a:pt x="993013" y="63500"/>
                  </a:lnTo>
                  <a:lnTo>
                    <a:pt x="944499" y="73152"/>
                  </a:lnTo>
                  <a:lnTo>
                    <a:pt x="896366" y="84709"/>
                  </a:lnTo>
                  <a:lnTo>
                    <a:pt x="848741" y="98044"/>
                  </a:lnTo>
                  <a:lnTo>
                    <a:pt x="801497" y="113284"/>
                  </a:lnTo>
                  <a:lnTo>
                    <a:pt x="755015" y="130175"/>
                  </a:lnTo>
                  <a:lnTo>
                    <a:pt x="709168" y="148971"/>
                  </a:lnTo>
                  <a:lnTo>
                    <a:pt x="664083" y="169545"/>
                  </a:lnTo>
                  <a:lnTo>
                    <a:pt x="619760" y="191770"/>
                  </a:lnTo>
                  <a:lnTo>
                    <a:pt x="576453" y="215646"/>
                  </a:lnTo>
                  <a:lnTo>
                    <a:pt x="534035" y="241046"/>
                  </a:lnTo>
                  <a:lnTo>
                    <a:pt x="492252" y="268478"/>
                  </a:lnTo>
                  <a:lnTo>
                    <a:pt x="451612" y="297434"/>
                  </a:lnTo>
                  <a:lnTo>
                    <a:pt x="412115" y="327914"/>
                  </a:lnTo>
                  <a:lnTo>
                    <a:pt x="373761" y="359918"/>
                  </a:lnTo>
                  <a:lnTo>
                    <a:pt x="336804" y="393319"/>
                  </a:lnTo>
                  <a:lnTo>
                    <a:pt x="300228" y="429260"/>
                  </a:lnTo>
                  <a:lnTo>
                    <a:pt x="265176" y="466471"/>
                  </a:lnTo>
                  <a:lnTo>
                    <a:pt x="231648" y="504825"/>
                  </a:lnTo>
                  <a:lnTo>
                    <a:pt x="199771" y="544576"/>
                  </a:lnTo>
                  <a:lnTo>
                    <a:pt x="169418" y="585597"/>
                  </a:lnTo>
                  <a:lnTo>
                    <a:pt x="140843" y="627761"/>
                  </a:lnTo>
                  <a:lnTo>
                    <a:pt x="113792" y="671068"/>
                  </a:lnTo>
                  <a:lnTo>
                    <a:pt x="88519" y="715645"/>
                  </a:lnTo>
                  <a:lnTo>
                    <a:pt x="65532" y="760095"/>
                  </a:lnTo>
                  <a:lnTo>
                    <a:pt x="42799" y="808101"/>
                  </a:lnTo>
                  <a:lnTo>
                    <a:pt x="50165" y="811403"/>
                  </a:lnTo>
                  <a:lnTo>
                    <a:pt x="70358" y="767969"/>
                  </a:lnTo>
                  <a:lnTo>
                    <a:pt x="93853" y="722122"/>
                  </a:lnTo>
                  <a:lnTo>
                    <a:pt x="119126" y="677545"/>
                  </a:lnTo>
                  <a:lnTo>
                    <a:pt x="146177" y="633984"/>
                  </a:lnTo>
                  <a:lnTo>
                    <a:pt x="174752" y="591693"/>
                  </a:lnTo>
                  <a:lnTo>
                    <a:pt x="204978" y="550672"/>
                  </a:lnTo>
                  <a:lnTo>
                    <a:pt x="236982" y="510794"/>
                  </a:lnTo>
                  <a:lnTo>
                    <a:pt x="270383" y="472325"/>
                  </a:lnTo>
                  <a:lnTo>
                    <a:pt x="305562" y="435102"/>
                  </a:lnTo>
                  <a:lnTo>
                    <a:pt x="342265" y="399161"/>
                  </a:lnTo>
                  <a:lnTo>
                    <a:pt x="378968" y="365887"/>
                  </a:lnTo>
                  <a:lnTo>
                    <a:pt x="417068" y="334137"/>
                  </a:lnTo>
                  <a:lnTo>
                    <a:pt x="456311" y="303784"/>
                  </a:lnTo>
                  <a:lnTo>
                    <a:pt x="496697" y="274955"/>
                  </a:lnTo>
                  <a:lnTo>
                    <a:pt x="538226" y="247777"/>
                  </a:lnTo>
                  <a:lnTo>
                    <a:pt x="580390" y="222504"/>
                  </a:lnTo>
                  <a:lnTo>
                    <a:pt x="623443" y="198755"/>
                  </a:lnTo>
                  <a:lnTo>
                    <a:pt x="667512" y="176657"/>
                  </a:lnTo>
                  <a:lnTo>
                    <a:pt x="712343" y="156210"/>
                  </a:lnTo>
                  <a:lnTo>
                    <a:pt x="757936" y="137541"/>
                  </a:lnTo>
                  <a:lnTo>
                    <a:pt x="804164" y="120777"/>
                  </a:lnTo>
                  <a:lnTo>
                    <a:pt x="851027" y="105664"/>
                  </a:lnTo>
                  <a:lnTo>
                    <a:pt x="898398" y="92329"/>
                  </a:lnTo>
                  <a:lnTo>
                    <a:pt x="946277" y="80899"/>
                  </a:lnTo>
                  <a:lnTo>
                    <a:pt x="994410" y="71247"/>
                  </a:lnTo>
                  <a:lnTo>
                    <a:pt x="1043432" y="63500"/>
                  </a:lnTo>
                  <a:lnTo>
                    <a:pt x="1092708" y="57531"/>
                  </a:lnTo>
                  <a:lnTo>
                    <a:pt x="1142111" y="53594"/>
                  </a:lnTo>
                  <a:lnTo>
                    <a:pt x="1191641" y="51435"/>
                  </a:lnTo>
                  <a:lnTo>
                    <a:pt x="1241044" y="51308"/>
                  </a:lnTo>
                  <a:lnTo>
                    <a:pt x="1290955" y="53213"/>
                  </a:lnTo>
                  <a:lnTo>
                    <a:pt x="1340739" y="56896"/>
                  </a:lnTo>
                  <a:lnTo>
                    <a:pt x="1390142" y="62611"/>
                  </a:lnTo>
                  <a:lnTo>
                    <a:pt x="1439291" y="70231"/>
                  </a:lnTo>
                  <a:lnTo>
                    <a:pt x="1488059" y="79883"/>
                  </a:lnTo>
                  <a:lnTo>
                    <a:pt x="1536446" y="91313"/>
                  </a:lnTo>
                  <a:lnTo>
                    <a:pt x="1584325" y="104775"/>
                  </a:lnTo>
                  <a:lnTo>
                    <a:pt x="1631950" y="120015"/>
                  </a:lnTo>
                  <a:lnTo>
                    <a:pt x="1679067" y="137287"/>
                  </a:lnTo>
                  <a:lnTo>
                    <a:pt x="1725676" y="156337"/>
                  </a:lnTo>
                  <a:lnTo>
                    <a:pt x="1732915" y="159512"/>
                  </a:lnTo>
                  <a:lnTo>
                    <a:pt x="1736090" y="152273"/>
                  </a:lnTo>
                  <a:close/>
                </a:path>
                <a:path w="1776095" h="818514">
                  <a:moveTo>
                    <a:pt x="1775841" y="93345"/>
                  </a:moveTo>
                  <a:lnTo>
                    <a:pt x="1763903" y="69977"/>
                  </a:lnTo>
                  <a:lnTo>
                    <a:pt x="1746377" y="109347"/>
                  </a:lnTo>
                  <a:lnTo>
                    <a:pt x="1697863" y="89535"/>
                  </a:lnTo>
                  <a:lnTo>
                    <a:pt x="1648841" y="71501"/>
                  </a:lnTo>
                  <a:lnTo>
                    <a:pt x="1599311" y="55626"/>
                  </a:lnTo>
                  <a:lnTo>
                    <a:pt x="1549400" y="41656"/>
                  </a:lnTo>
                  <a:lnTo>
                    <a:pt x="1499108" y="29718"/>
                  </a:lnTo>
                  <a:lnTo>
                    <a:pt x="1448308" y="19685"/>
                  </a:lnTo>
                  <a:lnTo>
                    <a:pt x="1397127" y="11811"/>
                  </a:lnTo>
                  <a:lnTo>
                    <a:pt x="1345692" y="5842"/>
                  </a:lnTo>
                  <a:lnTo>
                    <a:pt x="1294003" y="1905"/>
                  </a:lnTo>
                  <a:lnTo>
                    <a:pt x="1241933" y="0"/>
                  </a:lnTo>
                  <a:lnTo>
                    <a:pt x="1190498" y="127"/>
                  </a:lnTo>
                  <a:lnTo>
                    <a:pt x="1138936" y="2286"/>
                  </a:lnTo>
                  <a:lnTo>
                    <a:pt x="1087501" y="6477"/>
                  </a:lnTo>
                  <a:lnTo>
                    <a:pt x="1036320" y="12573"/>
                  </a:lnTo>
                  <a:lnTo>
                    <a:pt x="985393" y="20701"/>
                  </a:lnTo>
                  <a:lnTo>
                    <a:pt x="935228" y="30734"/>
                  </a:lnTo>
                  <a:lnTo>
                    <a:pt x="885571" y="42545"/>
                  </a:lnTo>
                  <a:lnTo>
                    <a:pt x="836168" y="56388"/>
                  </a:lnTo>
                  <a:lnTo>
                    <a:pt x="787527" y="72136"/>
                  </a:lnTo>
                  <a:lnTo>
                    <a:pt x="739394" y="89662"/>
                  </a:lnTo>
                  <a:lnTo>
                    <a:pt x="692023" y="109093"/>
                  </a:lnTo>
                  <a:lnTo>
                    <a:pt x="645414" y="130302"/>
                  </a:lnTo>
                  <a:lnTo>
                    <a:pt x="599694" y="153162"/>
                  </a:lnTo>
                  <a:lnTo>
                    <a:pt x="554863" y="177927"/>
                  </a:lnTo>
                  <a:lnTo>
                    <a:pt x="511048" y="204216"/>
                  </a:lnTo>
                  <a:lnTo>
                    <a:pt x="467868" y="232537"/>
                  </a:lnTo>
                  <a:lnTo>
                    <a:pt x="425831" y="262509"/>
                  </a:lnTo>
                  <a:lnTo>
                    <a:pt x="384937" y="294005"/>
                  </a:lnTo>
                  <a:lnTo>
                    <a:pt x="345313" y="327152"/>
                  </a:lnTo>
                  <a:lnTo>
                    <a:pt x="307213" y="361696"/>
                  </a:lnTo>
                  <a:lnTo>
                    <a:pt x="272415" y="395605"/>
                  </a:lnTo>
                  <a:lnTo>
                    <a:pt x="239014" y="430657"/>
                  </a:lnTo>
                  <a:lnTo>
                    <a:pt x="206883" y="466852"/>
                  </a:lnTo>
                  <a:lnTo>
                    <a:pt x="176276" y="504075"/>
                  </a:lnTo>
                  <a:lnTo>
                    <a:pt x="147066" y="542429"/>
                  </a:lnTo>
                  <a:lnTo>
                    <a:pt x="119253" y="581787"/>
                  </a:lnTo>
                  <a:lnTo>
                    <a:pt x="92837" y="622300"/>
                  </a:lnTo>
                  <a:lnTo>
                    <a:pt x="67818" y="663702"/>
                  </a:lnTo>
                  <a:lnTo>
                    <a:pt x="44323" y="706247"/>
                  </a:lnTo>
                  <a:lnTo>
                    <a:pt x="22225" y="749681"/>
                  </a:lnTo>
                  <a:lnTo>
                    <a:pt x="0" y="797814"/>
                  </a:lnTo>
                  <a:lnTo>
                    <a:pt x="46863" y="818515"/>
                  </a:lnTo>
                  <a:lnTo>
                    <a:pt x="50165" y="811403"/>
                  </a:lnTo>
                  <a:lnTo>
                    <a:pt x="10414" y="793750"/>
                  </a:lnTo>
                  <a:lnTo>
                    <a:pt x="33020" y="745617"/>
                  </a:lnTo>
                  <a:lnTo>
                    <a:pt x="57277" y="698627"/>
                  </a:lnTo>
                  <a:lnTo>
                    <a:pt x="83312" y="652907"/>
                  </a:lnTo>
                  <a:lnTo>
                    <a:pt x="110998" y="608330"/>
                  </a:lnTo>
                  <a:lnTo>
                    <a:pt x="140462" y="565023"/>
                  </a:lnTo>
                  <a:lnTo>
                    <a:pt x="171577" y="522859"/>
                  </a:lnTo>
                  <a:lnTo>
                    <a:pt x="204343" y="482104"/>
                  </a:lnTo>
                  <a:lnTo>
                    <a:pt x="238887" y="442480"/>
                  </a:lnTo>
                  <a:lnTo>
                    <a:pt x="274828" y="404368"/>
                  </a:lnTo>
                  <a:lnTo>
                    <a:pt x="312547" y="367411"/>
                  </a:lnTo>
                  <a:lnTo>
                    <a:pt x="350520" y="333121"/>
                  </a:lnTo>
                  <a:lnTo>
                    <a:pt x="389890" y="300228"/>
                  </a:lnTo>
                  <a:lnTo>
                    <a:pt x="430530" y="268859"/>
                  </a:lnTo>
                  <a:lnTo>
                    <a:pt x="472313" y="239014"/>
                  </a:lnTo>
                  <a:lnTo>
                    <a:pt x="515239" y="210947"/>
                  </a:lnTo>
                  <a:lnTo>
                    <a:pt x="558673" y="184785"/>
                  </a:lnTo>
                  <a:lnTo>
                    <a:pt x="603377" y="160274"/>
                  </a:lnTo>
                  <a:lnTo>
                    <a:pt x="648843" y="137414"/>
                  </a:lnTo>
                  <a:lnTo>
                    <a:pt x="695198" y="116332"/>
                  </a:lnTo>
                  <a:lnTo>
                    <a:pt x="742315" y="97028"/>
                  </a:lnTo>
                  <a:lnTo>
                    <a:pt x="790067" y="79629"/>
                  </a:lnTo>
                  <a:lnTo>
                    <a:pt x="838454" y="64008"/>
                  </a:lnTo>
                  <a:lnTo>
                    <a:pt x="887476" y="50292"/>
                  </a:lnTo>
                  <a:lnTo>
                    <a:pt x="937006" y="38354"/>
                  </a:lnTo>
                  <a:lnTo>
                    <a:pt x="986790" y="28448"/>
                  </a:lnTo>
                  <a:lnTo>
                    <a:pt x="1037463" y="20447"/>
                  </a:lnTo>
                  <a:lnTo>
                    <a:pt x="1088390" y="14351"/>
                  </a:lnTo>
                  <a:lnTo>
                    <a:pt x="1139444" y="10160"/>
                  </a:lnTo>
                  <a:lnTo>
                    <a:pt x="1190625" y="8001"/>
                  </a:lnTo>
                  <a:lnTo>
                    <a:pt x="1241806" y="7874"/>
                  </a:lnTo>
                  <a:lnTo>
                    <a:pt x="1293876" y="9779"/>
                  </a:lnTo>
                  <a:lnTo>
                    <a:pt x="1345692" y="13716"/>
                  </a:lnTo>
                  <a:lnTo>
                    <a:pt x="1397254" y="19812"/>
                  </a:lnTo>
                  <a:lnTo>
                    <a:pt x="1448435" y="27813"/>
                  </a:lnTo>
                  <a:lnTo>
                    <a:pt x="1499235" y="37846"/>
                  </a:lnTo>
                  <a:lnTo>
                    <a:pt x="1549654" y="49911"/>
                  </a:lnTo>
                  <a:lnTo>
                    <a:pt x="1599692" y="64008"/>
                  </a:lnTo>
                  <a:lnTo>
                    <a:pt x="1649222" y="80010"/>
                  </a:lnTo>
                  <a:lnTo>
                    <a:pt x="1698371" y="98171"/>
                  </a:lnTo>
                  <a:lnTo>
                    <a:pt x="1750441" y="119761"/>
                  </a:lnTo>
                  <a:lnTo>
                    <a:pt x="1764411" y="88265"/>
                  </a:lnTo>
                  <a:lnTo>
                    <a:pt x="1775841" y="93345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7817" y="3298189"/>
              <a:ext cx="115824" cy="119379"/>
            </a:xfrm>
            <a:prstGeom prst="rect">
              <a:avLst/>
            </a:prstGeom>
          </p:spPr>
        </p:pic>
      </p:grpSp>
      <p:pic>
        <p:nvPicPr>
          <p:cNvPr id="25" name="object 2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8700" y="790575"/>
            <a:ext cx="1143000" cy="904875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776729" y="763905"/>
            <a:ext cx="389890" cy="8382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300" spc="-50"/>
              <a:t>ồ</a:t>
            </a:r>
            <a:endParaRPr sz="5300"/>
          </a:p>
        </p:txBody>
      </p:sp>
      <p:grpSp>
        <p:nvGrpSpPr>
          <p:cNvPr id="27" name="object 27" descr=""/>
          <p:cNvGrpSpPr/>
          <p:nvPr/>
        </p:nvGrpSpPr>
        <p:grpSpPr>
          <a:xfrm>
            <a:off x="2152650" y="790575"/>
            <a:ext cx="3590925" cy="904875"/>
            <a:chOff x="2152650" y="790575"/>
            <a:chExt cx="3590925" cy="904875"/>
          </a:xfrm>
        </p:grpSpPr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52650" y="790575"/>
              <a:ext cx="2266950" cy="904875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71975" y="790575"/>
              <a:ext cx="1371600" cy="904875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4025646" y="763905"/>
            <a:ext cx="1755139" cy="838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77950" algn="l"/>
              </a:tabLst>
            </a:pPr>
            <a:r>
              <a:rPr dirty="0" sz="5300" spc="-50" b="1">
                <a:solidFill>
                  <a:srgbClr val="2B578F"/>
                </a:solidFill>
                <a:latin typeface="Calibri"/>
                <a:cs typeface="Calibri"/>
              </a:rPr>
              <a:t>ạ</a:t>
            </a:r>
            <a:r>
              <a:rPr dirty="0" sz="5300" b="1">
                <a:solidFill>
                  <a:srgbClr val="2B578F"/>
                </a:solidFill>
                <a:latin typeface="Calibri"/>
                <a:cs typeface="Calibri"/>
              </a:rPr>
              <a:t>	</a:t>
            </a:r>
            <a:r>
              <a:rPr dirty="0" sz="5300" spc="-50" b="1">
                <a:solidFill>
                  <a:srgbClr val="2B578F"/>
                </a:solidFill>
                <a:latin typeface="Calibri"/>
                <a:cs typeface="Calibri"/>
              </a:rPr>
              <a:t>ộ</a:t>
            </a:r>
            <a:endParaRPr sz="5300">
              <a:latin typeface="Calibri"/>
              <a:cs typeface="Calibri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72150" y="790575"/>
            <a:ext cx="2286000" cy="904875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7660005" y="763905"/>
            <a:ext cx="893444" cy="838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300" spc="-25" b="1">
                <a:solidFill>
                  <a:srgbClr val="2B578F"/>
                </a:solidFill>
                <a:latin typeface="Calibri"/>
                <a:cs typeface="Calibri"/>
              </a:rPr>
              <a:t>ươ</a:t>
            </a:r>
            <a:endParaRPr sz="5300">
              <a:latin typeface="Calibri"/>
              <a:cs typeface="Calibri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534400" y="790575"/>
            <a:ext cx="3019425" cy="904875"/>
          </a:xfrm>
          <a:prstGeom prst="rect">
            <a:avLst/>
          </a:prstGeom>
        </p:spPr>
      </p:pic>
      <p:grpSp>
        <p:nvGrpSpPr>
          <p:cNvPr id="34" name="object 34" descr=""/>
          <p:cNvGrpSpPr/>
          <p:nvPr/>
        </p:nvGrpSpPr>
        <p:grpSpPr>
          <a:xfrm>
            <a:off x="10429875" y="2171700"/>
            <a:ext cx="1819275" cy="819150"/>
            <a:chOff x="10429875" y="2171700"/>
            <a:chExt cx="1819275" cy="819150"/>
          </a:xfrm>
        </p:grpSpPr>
        <p:sp>
          <p:nvSpPr>
            <p:cNvPr id="35" name="object 35" descr=""/>
            <p:cNvSpPr/>
            <p:nvPr/>
          </p:nvSpPr>
          <p:spPr>
            <a:xfrm>
              <a:off x="10439400" y="2181225"/>
              <a:ext cx="1809114" cy="809625"/>
            </a:xfrm>
            <a:custGeom>
              <a:avLst/>
              <a:gdLst/>
              <a:ahLst/>
              <a:cxnLst/>
              <a:rect l="l" t="t" r="r" b="b"/>
              <a:pathLst>
                <a:path w="1809115" h="809625">
                  <a:moveTo>
                    <a:pt x="1237488" y="0"/>
                  </a:moveTo>
                  <a:lnTo>
                    <a:pt x="1186179" y="126"/>
                  </a:lnTo>
                  <a:lnTo>
                    <a:pt x="1134745" y="2285"/>
                  </a:lnTo>
                  <a:lnTo>
                    <a:pt x="1083436" y="6350"/>
                  </a:lnTo>
                  <a:lnTo>
                    <a:pt x="1032382" y="12573"/>
                  </a:lnTo>
                  <a:lnTo>
                    <a:pt x="981582" y="20574"/>
                  </a:lnTo>
                  <a:lnTo>
                    <a:pt x="931545" y="30606"/>
                  </a:lnTo>
                  <a:lnTo>
                    <a:pt x="881888" y="42418"/>
                  </a:lnTo>
                  <a:lnTo>
                    <a:pt x="832739" y="56260"/>
                  </a:lnTo>
                  <a:lnTo>
                    <a:pt x="784098" y="71881"/>
                  </a:lnTo>
                  <a:lnTo>
                    <a:pt x="736092" y="89407"/>
                  </a:lnTo>
                  <a:lnTo>
                    <a:pt x="688848" y="108711"/>
                  </a:lnTo>
                  <a:lnTo>
                    <a:pt x="642366" y="129921"/>
                  </a:lnTo>
                  <a:lnTo>
                    <a:pt x="596646" y="152780"/>
                  </a:lnTo>
                  <a:lnTo>
                    <a:pt x="551942" y="177419"/>
                  </a:lnTo>
                  <a:lnTo>
                    <a:pt x="508253" y="203707"/>
                  </a:lnTo>
                  <a:lnTo>
                    <a:pt x="465200" y="231901"/>
                  </a:lnTo>
                  <a:lnTo>
                    <a:pt x="423291" y="261747"/>
                  </a:lnTo>
                  <a:lnTo>
                    <a:pt x="382524" y="293243"/>
                  </a:lnTo>
                  <a:lnTo>
                    <a:pt x="343026" y="326135"/>
                  </a:lnTo>
                  <a:lnTo>
                    <a:pt x="304926" y="360679"/>
                  </a:lnTo>
                  <a:lnTo>
                    <a:pt x="270128" y="394461"/>
                  </a:lnTo>
                  <a:lnTo>
                    <a:pt x="236854" y="429386"/>
                  </a:lnTo>
                  <a:lnTo>
                    <a:pt x="204850" y="465454"/>
                  </a:lnTo>
                  <a:lnTo>
                    <a:pt x="174244" y="502539"/>
                  </a:lnTo>
                  <a:lnTo>
                    <a:pt x="145160" y="540766"/>
                  </a:lnTo>
                  <a:lnTo>
                    <a:pt x="117348" y="580135"/>
                  </a:lnTo>
                  <a:lnTo>
                    <a:pt x="90931" y="620395"/>
                  </a:lnTo>
                  <a:lnTo>
                    <a:pt x="66040" y="661797"/>
                  </a:lnTo>
                  <a:lnTo>
                    <a:pt x="42545" y="704215"/>
                  </a:lnTo>
                  <a:lnTo>
                    <a:pt x="20574" y="747522"/>
                  </a:lnTo>
                  <a:lnTo>
                    <a:pt x="0" y="791845"/>
                  </a:lnTo>
                  <a:lnTo>
                    <a:pt x="39624" y="809371"/>
                  </a:lnTo>
                  <a:lnTo>
                    <a:pt x="61595" y="762253"/>
                  </a:lnTo>
                  <a:lnTo>
                    <a:pt x="85344" y="716406"/>
                  </a:lnTo>
                  <a:lnTo>
                    <a:pt x="110617" y="671576"/>
                  </a:lnTo>
                  <a:lnTo>
                    <a:pt x="137668" y="627888"/>
                  </a:lnTo>
                  <a:lnTo>
                    <a:pt x="166497" y="585470"/>
                  </a:lnTo>
                  <a:lnTo>
                    <a:pt x="196850" y="544322"/>
                  </a:lnTo>
                  <a:lnTo>
                    <a:pt x="228853" y="504317"/>
                  </a:lnTo>
                  <a:lnTo>
                    <a:pt x="262508" y="465708"/>
                  </a:lnTo>
                  <a:lnTo>
                    <a:pt x="297688" y="428371"/>
                  </a:lnTo>
                  <a:lnTo>
                    <a:pt x="334518" y="392302"/>
                  </a:lnTo>
                  <a:lnTo>
                    <a:pt x="371475" y="359028"/>
                  </a:lnTo>
                  <a:lnTo>
                    <a:pt x="409575" y="327151"/>
                  </a:lnTo>
                  <a:lnTo>
                    <a:pt x="449072" y="296672"/>
                  </a:lnTo>
                  <a:lnTo>
                    <a:pt x="489584" y="267716"/>
                  </a:lnTo>
                  <a:lnTo>
                    <a:pt x="531241" y="240538"/>
                  </a:lnTo>
                  <a:lnTo>
                    <a:pt x="573531" y="215138"/>
                  </a:lnTo>
                  <a:lnTo>
                    <a:pt x="616839" y="191261"/>
                  </a:lnTo>
                  <a:lnTo>
                    <a:pt x="661034" y="169164"/>
                  </a:lnTo>
                  <a:lnTo>
                    <a:pt x="706120" y="148717"/>
                  </a:lnTo>
                  <a:lnTo>
                    <a:pt x="751840" y="129921"/>
                  </a:lnTo>
                  <a:lnTo>
                    <a:pt x="798195" y="113029"/>
                  </a:lnTo>
                  <a:lnTo>
                    <a:pt x="845184" y="97917"/>
                  </a:lnTo>
                  <a:lnTo>
                    <a:pt x="892809" y="84581"/>
                  </a:lnTo>
                  <a:lnTo>
                    <a:pt x="940816" y="73025"/>
                  </a:lnTo>
                  <a:lnTo>
                    <a:pt x="989202" y="63373"/>
                  </a:lnTo>
                  <a:lnTo>
                    <a:pt x="1038351" y="55625"/>
                  </a:lnTo>
                  <a:lnTo>
                    <a:pt x="1087754" y="49656"/>
                  </a:lnTo>
                  <a:lnTo>
                    <a:pt x="1137411" y="45720"/>
                  </a:lnTo>
                  <a:lnTo>
                    <a:pt x="1187069" y="43560"/>
                  </a:lnTo>
                  <a:lnTo>
                    <a:pt x="1236726" y="43433"/>
                  </a:lnTo>
                  <a:lnTo>
                    <a:pt x="1287399" y="45339"/>
                  </a:lnTo>
                  <a:lnTo>
                    <a:pt x="1337691" y="49149"/>
                  </a:lnTo>
                  <a:lnTo>
                    <a:pt x="1387602" y="54991"/>
                  </a:lnTo>
                  <a:lnTo>
                    <a:pt x="1437385" y="62738"/>
                  </a:lnTo>
                  <a:lnTo>
                    <a:pt x="1486661" y="72517"/>
                  </a:lnTo>
                  <a:lnTo>
                    <a:pt x="1535556" y="84200"/>
                  </a:lnTo>
                  <a:lnTo>
                    <a:pt x="1584071" y="97790"/>
                  </a:lnTo>
                  <a:lnTo>
                    <a:pt x="1632203" y="113410"/>
                  </a:lnTo>
                  <a:lnTo>
                    <a:pt x="1679828" y="130936"/>
                  </a:lnTo>
                  <a:lnTo>
                    <a:pt x="1726946" y="150368"/>
                  </a:lnTo>
                  <a:lnTo>
                    <a:pt x="1705991" y="197739"/>
                  </a:lnTo>
                  <a:lnTo>
                    <a:pt x="1809115" y="170306"/>
                  </a:lnTo>
                  <a:lnTo>
                    <a:pt x="1760093" y="75183"/>
                  </a:lnTo>
                  <a:lnTo>
                    <a:pt x="1744472" y="110617"/>
                  </a:lnTo>
                  <a:lnTo>
                    <a:pt x="1695703" y="90550"/>
                  </a:lnTo>
                  <a:lnTo>
                    <a:pt x="1646554" y="72390"/>
                  </a:lnTo>
                  <a:lnTo>
                    <a:pt x="1596771" y="56260"/>
                  </a:lnTo>
                  <a:lnTo>
                    <a:pt x="1546605" y="42164"/>
                  </a:lnTo>
                  <a:lnTo>
                    <a:pt x="1495932" y="29972"/>
                  </a:lnTo>
                  <a:lnTo>
                    <a:pt x="1445005" y="19939"/>
                  </a:lnTo>
                  <a:lnTo>
                    <a:pt x="1393571" y="11938"/>
                  </a:lnTo>
                  <a:lnTo>
                    <a:pt x="1341881" y="5842"/>
                  </a:lnTo>
                  <a:lnTo>
                    <a:pt x="1289811" y="1904"/>
                  </a:lnTo>
                  <a:lnTo>
                    <a:pt x="1237488" y="0"/>
                  </a:lnTo>
                  <a:close/>
                </a:path>
              </a:pathLst>
            </a:custGeom>
            <a:solidFill>
              <a:srgbClr val="FF94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429875" y="2171699"/>
              <a:ext cx="1776095" cy="818515"/>
            </a:xfrm>
            <a:custGeom>
              <a:avLst/>
              <a:gdLst/>
              <a:ahLst/>
              <a:cxnLst/>
              <a:rect l="l" t="t" r="r" b="b"/>
              <a:pathLst>
                <a:path w="1776095" h="818514">
                  <a:moveTo>
                    <a:pt x="1736090" y="152273"/>
                  </a:moveTo>
                  <a:lnTo>
                    <a:pt x="1685163" y="131191"/>
                  </a:lnTo>
                  <a:lnTo>
                    <a:pt x="1637538" y="113665"/>
                  </a:lnTo>
                  <a:lnTo>
                    <a:pt x="1589278" y="97917"/>
                  </a:lnTo>
                  <a:lnTo>
                    <a:pt x="1540637" y="84328"/>
                  </a:lnTo>
                  <a:lnTo>
                    <a:pt x="1491615" y="72517"/>
                  </a:lnTo>
                  <a:lnTo>
                    <a:pt x="1442212" y="62738"/>
                  </a:lnTo>
                  <a:lnTo>
                    <a:pt x="1392428" y="54991"/>
                  </a:lnTo>
                  <a:lnTo>
                    <a:pt x="1342263" y="49149"/>
                  </a:lnTo>
                  <a:lnTo>
                    <a:pt x="1291844" y="45339"/>
                  </a:lnTo>
                  <a:lnTo>
                    <a:pt x="1241171" y="43434"/>
                  </a:lnTo>
                  <a:lnTo>
                    <a:pt x="1191387" y="43561"/>
                  </a:lnTo>
                  <a:lnTo>
                    <a:pt x="1141603" y="45720"/>
                  </a:lnTo>
                  <a:lnTo>
                    <a:pt x="1091819" y="49657"/>
                  </a:lnTo>
                  <a:lnTo>
                    <a:pt x="1042289" y="55626"/>
                  </a:lnTo>
                  <a:lnTo>
                    <a:pt x="993013" y="63500"/>
                  </a:lnTo>
                  <a:lnTo>
                    <a:pt x="944499" y="73152"/>
                  </a:lnTo>
                  <a:lnTo>
                    <a:pt x="896366" y="84709"/>
                  </a:lnTo>
                  <a:lnTo>
                    <a:pt x="848741" y="98044"/>
                  </a:lnTo>
                  <a:lnTo>
                    <a:pt x="801497" y="113284"/>
                  </a:lnTo>
                  <a:lnTo>
                    <a:pt x="755015" y="130175"/>
                  </a:lnTo>
                  <a:lnTo>
                    <a:pt x="709168" y="148971"/>
                  </a:lnTo>
                  <a:lnTo>
                    <a:pt x="664083" y="169545"/>
                  </a:lnTo>
                  <a:lnTo>
                    <a:pt x="619760" y="191770"/>
                  </a:lnTo>
                  <a:lnTo>
                    <a:pt x="576453" y="215646"/>
                  </a:lnTo>
                  <a:lnTo>
                    <a:pt x="534035" y="241046"/>
                  </a:lnTo>
                  <a:lnTo>
                    <a:pt x="492252" y="268478"/>
                  </a:lnTo>
                  <a:lnTo>
                    <a:pt x="451612" y="297434"/>
                  </a:lnTo>
                  <a:lnTo>
                    <a:pt x="412115" y="327914"/>
                  </a:lnTo>
                  <a:lnTo>
                    <a:pt x="373761" y="359918"/>
                  </a:lnTo>
                  <a:lnTo>
                    <a:pt x="336804" y="393319"/>
                  </a:lnTo>
                  <a:lnTo>
                    <a:pt x="300228" y="429260"/>
                  </a:lnTo>
                  <a:lnTo>
                    <a:pt x="265176" y="466471"/>
                  </a:lnTo>
                  <a:lnTo>
                    <a:pt x="231648" y="504825"/>
                  </a:lnTo>
                  <a:lnTo>
                    <a:pt x="199771" y="544576"/>
                  </a:lnTo>
                  <a:lnTo>
                    <a:pt x="169418" y="585597"/>
                  </a:lnTo>
                  <a:lnTo>
                    <a:pt x="140843" y="627761"/>
                  </a:lnTo>
                  <a:lnTo>
                    <a:pt x="113792" y="671068"/>
                  </a:lnTo>
                  <a:lnTo>
                    <a:pt x="88519" y="715645"/>
                  </a:lnTo>
                  <a:lnTo>
                    <a:pt x="64770" y="761365"/>
                  </a:lnTo>
                  <a:lnTo>
                    <a:pt x="42799" y="808101"/>
                  </a:lnTo>
                  <a:lnTo>
                    <a:pt x="50165" y="811403"/>
                  </a:lnTo>
                  <a:lnTo>
                    <a:pt x="70358" y="767969"/>
                  </a:lnTo>
                  <a:lnTo>
                    <a:pt x="93853" y="722122"/>
                  </a:lnTo>
                  <a:lnTo>
                    <a:pt x="119126" y="677545"/>
                  </a:lnTo>
                  <a:lnTo>
                    <a:pt x="146177" y="633984"/>
                  </a:lnTo>
                  <a:lnTo>
                    <a:pt x="174752" y="591693"/>
                  </a:lnTo>
                  <a:lnTo>
                    <a:pt x="204978" y="550672"/>
                  </a:lnTo>
                  <a:lnTo>
                    <a:pt x="236982" y="510794"/>
                  </a:lnTo>
                  <a:lnTo>
                    <a:pt x="270383" y="472313"/>
                  </a:lnTo>
                  <a:lnTo>
                    <a:pt x="305562" y="435102"/>
                  </a:lnTo>
                  <a:lnTo>
                    <a:pt x="342265" y="399161"/>
                  </a:lnTo>
                  <a:lnTo>
                    <a:pt x="378968" y="365887"/>
                  </a:lnTo>
                  <a:lnTo>
                    <a:pt x="417068" y="334137"/>
                  </a:lnTo>
                  <a:lnTo>
                    <a:pt x="456311" y="303784"/>
                  </a:lnTo>
                  <a:lnTo>
                    <a:pt x="496697" y="274955"/>
                  </a:lnTo>
                  <a:lnTo>
                    <a:pt x="538226" y="247777"/>
                  </a:lnTo>
                  <a:lnTo>
                    <a:pt x="580390" y="222504"/>
                  </a:lnTo>
                  <a:lnTo>
                    <a:pt x="623443" y="198755"/>
                  </a:lnTo>
                  <a:lnTo>
                    <a:pt x="667512" y="176657"/>
                  </a:lnTo>
                  <a:lnTo>
                    <a:pt x="712343" y="156210"/>
                  </a:lnTo>
                  <a:lnTo>
                    <a:pt x="757936" y="137541"/>
                  </a:lnTo>
                  <a:lnTo>
                    <a:pt x="804164" y="120777"/>
                  </a:lnTo>
                  <a:lnTo>
                    <a:pt x="851027" y="105664"/>
                  </a:lnTo>
                  <a:lnTo>
                    <a:pt x="898398" y="92329"/>
                  </a:lnTo>
                  <a:lnTo>
                    <a:pt x="946277" y="80899"/>
                  </a:lnTo>
                  <a:lnTo>
                    <a:pt x="994410" y="71247"/>
                  </a:lnTo>
                  <a:lnTo>
                    <a:pt x="1043432" y="63500"/>
                  </a:lnTo>
                  <a:lnTo>
                    <a:pt x="1092708" y="57531"/>
                  </a:lnTo>
                  <a:lnTo>
                    <a:pt x="1142111" y="53594"/>
                  </a:lnTo>
                  <a:lnTo>
                    <a:pt x="1191641" y="51435"/>
                  </a:lnTo>
                  <a:lnTo>
                    <a:pt x="1241044" y="51308"/>
                  </a:lnTo>
                  <a:lnTo>
                    <a:pt x="1290955" y="53213"/>
                  </a:lnTo>
                  <a:lnTo>
                    <a:pt x="1340739" y="56896"/>
                  </a:lnTo>
                  <a:lnTo>
                    <a:pt x="1390142" y="62611"/>
                  </a:lnTo>
                  <a:lnTo>
                    <a:pt x="1439291" y="70231"/>
                  </a:lnTo>
                  <a:lnTo>
                    <a:pt x="1488059" y="79883"/>
                  </a:lnTo>
                  <a:lnTo>
                    <a:pt x="1536446" y="91313"/>
                  </a:lnTo>
                  <a:lnTo>
                    <a:pt x="1584325" y="104775"/>
                  </a:lnTo>
                  <a:lnTo>
                    <a:pt x="1631950" y="120015"/>
                  </a:lnTo>
                  <a:lnTo>
                    <a:pt x="1679067" y="137287"/>
                  </a:lnTo>
                  <a:lnTo>
                    <a:pt x="1725676" y="156337"/>
                  </a:lnTo>
                  <a:lnTo>
                    <a:pt x="1732915" y="159512"/>
                  </a:lnTo>
                  <a:lnTo>
                    <a:pt x="1736090" y="152273"/>
                  </a:lnTo>
                  <a:close/>
                </a:path>
                <a:path w="1776095" h="818514">
                  <a:moveTo>
                    <a:pt x="1775841" y="93345"/>
                  </a:moveTo>
                  <a:lnTo>
                    <a:pt x="1763903" y="69977"/>
                  </a:lnTo>
                  <a:lnTo>
                    <a:pt x="1746377" y="109347"/>
                  </a:lnTo>
                  <a:lnTo>
                    <a:pt x="1697863" y="89535"/>
                  </a:lnTo>
                  <a:lnTo>
                    <a:pt x="1648841" y="71501"/>
                  </a:lnTo>
                  <a:lnTo>
                    <a:pt x="1599311" y="55626"/>
                  </a:lnTo>
                  <a:lnTo>
                    <a:pt x="1549400" y="41656"/>
                  </a:lnTo>
                  <a:lnTo>
                    <a:pt x="1499108" y="29718"/>
                  </a:lnTo>
                  <a:lnTo>
                    <a:pt x="1448308" y="19685"/>
                  </a:lnTo>
                  <a:lnTo>
                    <a:pt x="1397127" y="11811"/>
                  </a:lnTo>
                  <a:lnTo>
                    <a:pt x="1345692" y="5842"/>
                  </a:lnTo>
                  <a:lnTo>
                    <a:pt x="1294003" y="1905"/>
                  </a:lnTo>
                  <a:lnTo>
                    <a:pt x="1241933" y="0"/>
                  </a:lnTo>
                  <a:lnTo>
                    <a:pt x="1190498" y="127"/>
                  </a:lnTo>
                  <a:lnTo>
                    <a:pt x="1138936" y="2286"/>
                  </a:lnTo>
                  <a:lnTo>
                    <a:pt x="1087501" y="6477"/>
                  </a:lnTo>
                  <a:lnTo>
                    <a:pt x="1036320" y="12573"/>
                  </a:lnTo>
                  <a:lnTo>
                    <a:pt x="985393" y="20701"/>
                  </a:lnTo>
                  <a:lnTo>
                    <a:pt x="935228" y="30734"/>
                  </a:lnTo>
                  <a:lnTo>
                    <a:pt x="885571" y="42545"/>
                  </a:lnTo>
                  <a:lnTo>
                    <a:pt x="836168" y="56388"/>
                  </a:lnTo>
                  <a:lnTo>
                    <a:pt x="787527" y="72136"/>
                  </a:lnTo>
                  <a:lnTo>
                    <a:pt x="739394" y="89662"/>
                  </a:lnTo>
                  <a:lnTo>
                    <a:pt x="692023" y="109093"/>
                  </a:lnTo>
                  <a:lnTo>
                    <a:pt x="645414" y="130302"/>
                  </a:lnTo>
                  <a:lnTo>
                    <a:pt x="599694" y="153162"/>
                  </a:lnTo>
                  <a:lnTo>
                    <a:pt x="554863" y="177927"/>
                  </a:lnTo>
                  <a:lnTo>
                    <a:pt x="511048" y="204216"/>
                  </a:lnTo>
                  <a:lnTo>
                    <a:pt x="467868" y="232537"/>
                  </a:lnTo>
                  <a:lnTo>
                    <a:pt x="425831" y="262509"/>
                  </a:lnTo>
                  <a:lnTo>
                    <a:pt x="384937" y="294005"/>
                  </a:lnTo>
                  <a:lnTo>
                    <a:pt x="345313" y="327152"/>
                  </a:lnTo>
                  <a:lnTo>
                    <a:pt x="307213" y="361696"/>
                  </a:lnTo>
                  <a:lnTo>
                    <a:pt x="272415" y="395605"/>
                  </a:lnTo>
                  <a:lnTo>
                    <a:pt x="239014" y="430657"/>
                  </a:lnTo>
                  <a:lnTo>
                    <a:pt x="206883" y="466852"/>
                  </a:lnTo>
                  <a:lnTo>
                    <a:pt x="176276" y="504063"/>
                  </a:lnTo>
                  <a:lnTo>
                    <a:pt x="147066" y="542417"/>
                  </a:lnTo>
                  <a:lnTo>
                    <a:pt x="119253" y="581787"/>
                  </a:lnTo>
                  <a:lnTo>
                    <a:pt x="92837" y="622300"/>
                  </a:lnTo>
                  <a:lnTo>
                    <a:pt x="67818" y="663702"/>
                  </a:lnTo>
                  <a:lnTo>
                    <a:pt x="44323" y="706247"/>
                  </a:lnTo>
                  <a:lnTo>
                    <a:pt x="22225" y="749681"/>
                  </a:lnTo>
                  <a:lnTo>
                    <a:pt x="0" y="797814"/>
                  </a:lnTo>
                  <a:lnTo>
                    <a:pt x="46863" y="818515"/>
                  </a:lnTo>
                  <a:lnTo>
                    <a:pt x="50165" y="811403"/>
                  </a:lnTo>
                  <a:lnTo>
                    <a:pt x="10414" y="793750"/>
                  </a:lnTo>
                  <a:lnTo>
                    <a:pt x="29591" y="752983"/>
                  </a:lnTo>
                  <a:lnTo>
                    <a:pt x="57277" y="698627"/>
                  </a:lnTo>
                  <a:lnTo>
                    <a:pt x="83312" y="652907"/>
                  </a:lnTo>
                  <a:lnTo>
                    <a:pt x="110998" y="608330"/>
                  </a:lnTo>
                  <a:lnTo>
                    <a:pt x="140462" y="565023"/>
                  </a:lnTo>
                  <a:lnTo>
                    <a:pt x="171577" y="522859"/>
                  </a:lnTo>
                  <a:lnTo>
                    <a:pt x="204343" y="482092"/>
                  </a:lnTo>
                  <a:lnTo>
                    <a:pt x="238887" y="442468"/>
                  </a:lnTo>
                  <a:lnTo>
                    <a:pt x="274828" y="404368"/>
                  </a:lnTo>
                  <a:lnTo>
                    <a:pt x="312547" y="367411"/>
                  </a:lnTo>
                  <a:lnTo>
                    <a:pt x="350520" y="333121"/>
                  </a:lnTo>
                  <a:lnTo>
                    <a:pt x="389890" y="300228"/>
                  </a:lnTo>
                  <a:lnTo>
                    <a:pt x="430530" y="268859"/>
                  </a:lnTo>
                  <a:lnTo>
                    <a:pt x="472313" y="239014"/>
                  </a:lnTo>
                  <a:lnTo>
                    <a:pt x="515239" y="210947"/>
                  </a:lnTo>
                  <a:lnTo>
                    <a:pt x="558673" y="184785"/>
                  </a:lnTo>
                  <a:lnTo>
                    <a:pt x="603377" y="160274"/>
                  </a:lnTo>
                  <a:lnTo>
                    <a:pt x="648843" y="137414"/>
                  </a:lnTo>
                  <a:lnTo>
                    <a:pt x="695198" y="116332"/>
                  </a:lnTo>
                  <a:lnTo>
                    <a:pt x="742315" y="97028"/>
                  </a:lnTo>
                  <a:lnTo>
                    <a:pt x="790067" y="79629"/>
                  </a:lnTo>
                  <a:lnTo>
                    <a:pt x="838454" y="64008"/>
                  </a:lnTo>
                  <a:lnTo>
                    <a:pt x="887476" y="50292"/>
                  </a:lnTo>
                  <a:lnTo>
                    <a:pt x="937006" y="38354"/>
                  </a:lnTo>
                  <a:lnTo>
                    <a:pt x="986790" y="28448"/>
                  </a:lnTo>
                  <a:lnTo>
                    <a:pt x="1037463" y="20447"/>
                  </a:lnTo>
                  <a:lnTo>
                    <a:pt x="1088390" y="14351"/>
                  </a:lnTo>
                  <a:lnTo>
                    <a:pt x="1139444" y="10160"/>
                  </a:lnTo>
                  <a:lnTo>
                    <a:pt x="1190625" y="8001"/>
                  </a:lnTo>
                  <a:lnTo>
                    <a:pt x="1241806" y="7874"/>
                  </a:lnTo>
                  <a:lnTo>
                    <a:pt x="1293876" y="9779"/>
                  </a:lnTo>
                  <a:lnTo>
                    <a:pt x="1345692" y="13716"/>
                  </a:lnTo>
                  <a:lnTo>
                    <a:pt x="1397254" y="19812"/>
                  </a:lnTo>
                  <a:lnTo>
                    <a:pt x="1448435" y="27813"/>
                  </a:lnTo>
                  <a:lnTo>
                    <a:pt x="1499235" y="37846"/>
                  </a:lnTo>
                  <a:lnTo>
                    <a:pt x="1549654" y="49911"/>
                  </a:lnTo>
                  <a:lnTo>
                    <a:pt x="1599692" y="64008"/>
                  </a:lnTo>
                  <a:lnTo>
                    <a:pt x="1649222" y="80010"/>
                  </a:lnTo>
                  <a:lnTo>
                    <a:pt x="1698371" y="98171"/>
                  </a:lnTo>
                  <a:lnTo>
                    <a:pt x="1750441" y="119761"/>
                  </a:lnTo>
                  <a:lnTo>
                    <a:pt x="1764411" y="88265"/>
                  </a:lnTo>
                  <a:lnTo>
                    <a:pt x="1775841" y="93345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32817" y="2259964"/>
              <a:ext cx="115824" cy="119379"/>
            </a:xfrm>
            <a:prstGeom prst="rect">
              <a:avLst/>
            </a:prstGeom>
          </p:spPr>
        </p:pic>
      </p:grpSp>
      <p:pic>
        <p:nvPicPr>
          <p:cNvPr id="38" name="object 3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275" y="4552950"/>
            <a:ext cx="457200" cy="400050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95500" y="4552950"/>
            <a:ext cx="590550" cy="400050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1430655" y="4368609"/>
            <a:ext cx="3957320" cy="298069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315"/>
              </a:spcBef>
            </a:pPr>
            <a:r>
              <a:rPr dirty="0" sz="2550" spc="-25" b="1">
                <a:solidFill>
                  <a:srgbClr val="171D2B"/>
                </a:solidFill>
                <a:latin typeface="Calibri"/>
                <a:cs typeface="Calibri"/>
              </a:rPr>
              <a:t>ướ</a:t>
            </a:r>
            <a:endParaRPr sz="2550">
              <a:latin typeface="Calibri"/>
              <a:cs typeface="Calibri"/>
            </a:endParaRPr>
          </a:p>
          <a:p>
            <a:pPr marL="12700" marR="5080">
              <a:lnSpc>
                <a:spcPct val="117800"/>
              </a:lnSpc>
              <a:spcBef>
                <a:spcPts val="670"/>
              </a:spcBef>
            </a:pP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Khởi</a:t>
            </a:r>
            <a:r>
              <a:rPr dirty="0" sz="25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động</a:t>
            </a:r>
            <a:r>
              <a:rPr dirty="0" sz="2550" spc="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ứng</a:t>
            </a:r>
            <a:r>
              <a:rPr dirty="0" sz="25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dụng,</a:t>
            </a:r>
            <a:r>
              <a:rPr dirty="0" sz="255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thiết</a:t>
            </a:r>
            <a:r>
              <a:rPr dirty="0" sz="255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25">
                <a:solidFill>
                  <a:srgbClr val="171D2B"/>
                </a:solidFill>
                <a:latin typeface="Times New Roman"/>
                <a:cs typeface="Times New Roman"/>
              </a:rPr>
              <a:t>lập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kết</a:t>
            </a:r>
            <a:r>
              <a:rPr dirty="0" sz="2550" spc="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nối</a:t>
            </a:r>
            <a:r>
              <a:rPr dirty="0" sz="25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TCP</a:t>
            </a:r>
            <a:r>
              <a:rPr dirty="0" sz="2550" spc="-1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tới</a:t>
            </a:r>
            <a:r>
              <a:rPr dirty="0" sz="25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Server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(IP/Port).</a:t>
            </a:r>
            <a:r>
              <a:rPr dirty="0" sz="255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Xác</a:t>
            </a:r>
            <a:r>
              <a:rPr dirty="0" sz="25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thực</a:t>
            </a:r>
            <a:r>
              <a:rPr dirty="0" sz="2550" spc="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phiên</a:t>
            </a:r>
            <a:r>
              <a:rPr dirty="0" sz="25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25">
                <a:solidFill>
                  <a:srgbClr val="171D2B"/>
                </a:solidFill>
                <a:latin typeface="Times New Roman"/>
                <a:cs typeface="Times New Roman"/>
              </a:rPr>
              <a:t>kết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nối</a:t>
            </a:r>
            <a:r>
              <a:rPr dirty="0" sz="25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ban</a:t>
            </a:r>
            <a:r>
              <a:rPr dirty="0" sz="25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đầu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trước</a:t>
            </a:r>
            <a:r>
              <a:rPr dirty="0" sz="25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khi</a:t>
            </a:r>
            <a:r>
              <a:rPr dirty="0" sz="25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20">
                <a:solidFill>
                  <a:srgbClr val="171D2B"/>
                </a:solidFill>
                <a:latin typeface="Times New Roman"/>
                <a:cs typeface="Times New Roman"/>
              </a:rPr>
              <a:t>thực</a:t>
            </a: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hiện</a:t>
            </a:r>
            <a:r>
              <a:rPr dirty="0" sz="25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bất</a:t>
            </a:r>
            <a:r>
              <a:rPr dirty="0" sz="255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kỳ</a:t>
            </a:r>
            <a:r>
              <a:rPr dirty="0" sz="25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thao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tác</a:t>
            </a:r>
            <a:r>
              <a:rPr dirty="0" sz="25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20">
                <a:solidFill>
                  <a:srgbClr val="171D2B"/>
                </a:solidFill>
                <a:latin typeface="Times New Roman"/>
                <a:cs typeface="Times New Roman"/>
              </a:rPr>
              <a:t>nào.</a:t>
            </a:r>
            <a:endParaRPr sz="2550">
              <a:latin typeface="Times New Roman"/>
              <a:cs typeface="Times New Roman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77800" y="2419350"/>
            <a:ext cx="457200" cy="400050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535025" y="2419350"/>
            <a:ext cx="685800" cy="400050"/>
          </a:xfrm>
          <a:prstGeom prst="rect">
            <a:avLst/>
          </a:prstGeom>
        </p:spPr>
      </p:pic>
      <p:sp>
        <p:nvSpPr>
          <p:cNvPr id="43" name="object 43" descr=""/>
          <p:cNvSpPr txBox="1"/>
          <p:nvPr/>
        </p:nvSpPr>
        <p:spPr>
          <a:xfrm>
            <a:off x="12871068" y="2230945"/>
            <a:ext cx="3943350" cy="3524885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320"/>
              </a:spcBef>
            </a:pPr>
            <a:r>
              <a:rPr dirty="0" sz="2550" spc="-25" b="1">
                <a:solidFill>
                  <a:srgbClr val="171D2B"/>
                </a:solidFill>
                <a:latin typeface="Calibri"/>
                <a:cs typeface="Calibri"/>
              </a:rPr>
              <a:t>ướ</a:t>
            </a:r>
            <a:endParaRPr sz="2550">
              <a:latin typeface="Calibri"/>
              <a:cs typeface="Calibri"/>
            </a:endParaRPr>
          </a:p>
          <a:p>
            <a:pPr marL="12700" marR="5080">
              <a:lnSpc>
                <a:spcPct val="117700"/>
              </a:lnSpc>
              <a:spcBef>
                <a:spcPts val="680"/>
              </a:spcBef>
            </a:pP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Chọn</a:t>
            </a:r>
            <a:r>
              <a:rPr dirty="0" sz="25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5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5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đọc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thông</a:t>
            </a:r>
            <a:r>
              <a:rPr dirty="0" sz="25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20">
                <a:solidFill>
                  <a:srgbClr val="171D2B"/>
                </a:solidFill>
                <a:latin typeface="Times New Roman"/>
                <a:cs typeface="Times New Roman"/>
              </a:rPr>
              <a:t>tin: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5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duyệt</a:t>
            </a:r>
            <a:r>
              <a:rPr dirty="0" sz="25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hoặc</a:t>
            </a:r>
            <a:r>
              <a:rPr dirty="0" sz="25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kéo</a:t>
            </a:r>
            <a:r>
              <a:rPr dirty="0" sz="25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thả</a:t>
            </a:r>
            <a:r>
              <a:rPr dirty="0" sz="255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file,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đọc</a:t>
            </a:r>
            <a:r>
              <a:rPr dirty="0" sz="25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kích</a:t>
            </a:r>
            <a:r>
              <a:rPr dirty="0" sz="25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thước,</a:t>
            </a:r>
            <a:r>
              <a:rPr dirty="0" sz="25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định</a:t>
            </a:r>
            <a:r>
              <a:rPr dirty="0" sz="255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dạng,</a:t>
            </a:r>
            <a:endParaRPr sz="2550">
              <a:latin typeface="Times New Roman"/>
              <a:cs typeface="Times New Roman"/>
            </a:endParaRPr>
          </a:p>
          <a:p>
            <a:pPr marL="12700" marR="255904" indent="80645">
              <a:lnSpc>
                <a:spcPct val="119000"/>
              </a:lnSpc>
              <a:spcBef>
                <a:spcPts val="860"/>
              </a:spcBef>
            </a:pP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tính</a:t>
            </a:r>
            <a:r>
              <a:rPr dirty="0" sz="25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toán</a:t>
            </a:r>
            <a:r>
              <a:rPr dirty="0" sz="25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mã</a:t>
            </a:r>
            <a:r>
              <a:rPr dirty="0" sz="25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băm 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SHA-</a:t>
            </a:r>
            <a:r>
              <a:rPr dirty="0" sz="2550" spc="-25">
                <a:solidFill>
                  <a:srgbClr val="171D2B"/>
                </a:solidFill>
                <a:latin typeface="Times New Roman"/>
                <a:cs typeface="Times New Roman"/>
              </a:rPr>
              <a:t>256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để</a:t>
            </a:r>
            <a:r>
              <a:rPr dirty="0" sz="25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chuẩn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bị</a:t>
            </a:r>
            <a:r>
              <a:rPr dirty="0" sz="25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cho</a:t>
            </a:r>
            <a:r>
              <a:rPr dirty="0" sz="25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quá</a:t>
            </a:r>
            <a:r>
              <a:rPr dirty="0" sz="25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171D2B"/>
                </a:solidFill>
                <a:latin typeface="Times New Roman"/>
                <a:cs typeface="Times New Roman"/>
              </a:rPr>
              <a:t>trình </a:t>
            </a:r>
            <a:r>
              <a:rPr dirty="0" sz="255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5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550" spc="-20">
                <a:solidFill>
                  <a:srgbClr val="171D2B"/>
                </a:solidFill>
                <a:latin typeface="Times New Roman"/>
                <a:cs typeface="Times New Roman"/>
              </a:rPr>
              <a:t>tải.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19175" y="4210050"/>
            <a:ext cx="4819650" cy="4495800"/>
            <a:chOff x="1019175" y="4210050"/>
            <a:chExt cx="4819650" cy="4495800"/>
          </a:xfrm>
        </p:grpSpPr>
        <p:sp>
          <p:nvSpPr>
            <p:cNvPr id="3" name="object 3" descr=""/>
            <p:cNvSpPr/>
            <p:nvPr/>
          </p:nvSpPr>
          <p:spPr>
            <a:xfrm>
              <a:off x="1028700" y="4219575"/>
              <a:ext cx="4800600" cy="4476750"/>
            </a:xfrm>
            <a:custGeom>
              <a:avLst/>
              <a:gdLst/>
              <a:ahLst/>
              <a:cxnLst/>
              <a:rect l="l" t="t" r="r" b="b"/>
              <a:pathLst>
                <a:path w="4800600" h="4476750">
                  <a:moveTo>
                    <a:pt x="4623435" y="0"/>
                  </a:moveTo>
                  <a:lnTo>
                    <a:pt x="177126" y="0"/>
                  </a:lnTo>
                  <a:lnTo>
                    <a:pt x="142405" y="3428"/>
                  </a:lnTo>
                  <a:lnTo>
                    <a:pt x="78854" y="29717"/>
                  </a:lnTo>
                  <a:lnTo>
                    <a:pt x="29756" y="78866"/>
                  </a:lnTo>
                  <a:lnTo>
                    <a:pt x="3428" y="142366"/>
                  </a:lnTo>
                  <a:lnTo>
                    <a:pt x="0" y="177037"/>
                  </a:lnTo>
                  <a:lnTo>
                    <a:pt x="0" y="4299712"/>
                  </a:lnTo>
                  <a:lnTo>
                    <a:pt x="13474" y="4367403"/>
                  </a:lnTo>
                  <a:lnTo>
                    <a:pt x="51879" y="4424933"/>
                  </a:lnTo>
                  <a:lnTo>
                    <a:pt x="109347" y="4463288"/>
                  </a:lnTo>
                  <a:lnTo>
                    <a:pt x="177126" y="4476750"/>
                  </a:lnTo>
                  <a:lnTo>
                    <a:pt x="4623435" y="4476750"/>
                  </a:lnTo>
                  <a:lnTo>
                    <a:pt x="4691253" y="4463288"/>
                  </a:lnTo>
                  <a:lnTo>
                    <a:pt x="4748657" y="4424933"/>
                  </a:lnTo>
                  <a:lnTo>
                    <a:pt x="4787138" y="4367403"/>
                  </a:lnTo>
                  <a:lnTo>
                    <a:pt x="4800600" y="4299712"/>
                  </a:lnTo>
                  <a:lnTo>
                    <a:pt x="4800600" y="177037"/>
                  </a:lnTo>
                  <a:lnTo>
                    <a:pt x="4787138" y="109347"/>
                  </a:lnTo>
                  <a:lnTo>
                    <a:pt x="4748657" y="51815"/>
                  </a:lnTo>
                  <a:lnTo>
                    <a:pt x="4691253" y="13462"/>
                  </a:lnTo>
                  <a:lnTo>
                    <a:pt x="4623435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028700" y="4219575"/>
              <a:ext cx="4800600" cy="4476750"/>
            </a:xfrm>
            <a:custGeom>
              <a:avLst/>
              <a:gdLst/>
              <a:ahLst/>
              <a:cxnLst/>
              <a:rect l="l" t="t" r="r" b="b"/>
              <a:pathLst>
                <a:path w="4800600" h="4476750">
                  <a:moveTo>
                    <a:pt x="177126" y="0"/>
                  </a:moveTo>
                  <a:lnTo>
                    <a:pt x="4623435" y="0"/>
                  </a:lnTo>
                  <a:lnTo>
                    <a:pt x="4658106" y="3428"/>
                  </a:lnTo>
                  <a:lnTo>
                    <a:pt x="4721733" y="29717"/>
                  </a:lnTo>
                  <a:lnTo>
                    <a:pt x="4770755" y="78866"/>
                  </a:lnTo>
                  <a:lnTo>
                    <a:pt x="4797171" y="142366"/>
                  </a:lnTo>
                  <a:lnTo>
                    <a:pt x="4800600" y="177037"/>
                  </a:lnTo>
                  <a:lnTo>
                    <a:pt x="4800600" y="4299712"/>
                  </a:lnTo>
                  <a:lnTo>
                    <a:pt x="4787138" y="4367403"/>
                  </a:lnTo>
                  <a:lnTo>
                    <a:pt x="4748657" y="4424933"/>
                  </a:lnTo>
                  <a:lnTo>
                    <a:pt x="4691253" y="4463288"/>
                  </a:lnTo>
                  <a:lnTo>
                    <a:pt x="4623435" y="4476750"/>
                  </a:lnTo>
                  <a:lnTo>
                    <a:pt x="177126" y="4476750"/>
                  </a:lnTo>
                  <a:lnTo>
                    <a:pt x="109347" y="4463288"/>
                  </a:lnTo>
                  <a:lnTo>
                    <a:pt x="51879" y="4424933"/>
                  </a:lnTo>
                  <a:lnTo>
                    <a:pt x="13474" y="4367403"/>
                  </a:lnTo>
                  <a:lnTo>
                    <a:pt x="0" y="4299712"/>
                  </a:lnTo>
                  <a:lnTo>
                    <a:pt x="0" y="177037"/>
                  </a:lnTo>
                  <a:lnTo>
                    <a:pt x="13474" y="109347"/>
                  </a:lnTo>
                  <a:lnTo>
                    <a:pt x="51879" y="51815"/>
                  </a:lnTo>
                  <a:lnTo>
                    <a:pt x="109347" y="13462"/>
                  </a:lnTo>
                  <a:lnTo>
                    <a:pt x="177126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12449175" y="2076450"/>
            <a:ext cx="4819650" cy="4495800"/>
            <a:chOff x="12449175" y="2076450"/>
            <a:chExt cx="4819650" cy="4495800"/>
          </a:xfrm>
        </p:grpSpPr>
        <p:sp>
          <p:nvSpPr>
            <p:cNvPr id="6" name="object 6" descr=""/>
            <p:cNvSpPr/>
            <p:nvPr/>
          </p:nvSpPr>
          <p:spPr>
            <a:xfrm>
              <a:off x="12458700" y="2085975"/>
              <a:ext cx="4800600" cy="4476750"/>
            </a:xfrm>
            <a:custGeom>
              <a:avLst/>
              <a:gdLst/>
              <a:ahLst/>
              <a:cxnLst/>
              <a:rect l="l" t="t" r="r" b="b"/>
              <a:pathLst>
                <a:path w="4800600" h="4476750">
                  <a:moveTo>
                    <a:pt x="4623434" y="0"/>
                  </a:moveTo>
                  <a:lnTo>
                    <a:pt x="177165" y="0"/>
                  </a:lnTo>
                  <a:lnTo>
                    <a:pt x="142494" y="3428"/>
                  </a:lnTo>
                  <a:lnTo>
                    <a:pt x="78867" y="29718"/>
                  </a:lnTo>
                  <a:lnTo>
                    <a:pt x="29845" y="78867"/>
                  </a:lnTo>
                  <a:lnTo>
                    <a:pt x="3428" y="142367"/>
                  </a:lnTo>
                  <a:lnTo>
                    <a:pt x="0" y="177038"/>
                  </a:lnTo>
                  <a:lnTo>
                    <a:pt x="0" y="4299712"/>
                  </a:lnTo>
                  <a:lnTo>
                    <a:pt x="13461" y="4367403"/>
                  </a:lnTo>
                  <a:lnTo>
                    <a:pt x="51943" y="4424934"/>
                  </a:lnTo>
                  <a:lnTo>
                    <a:pt x="109347" y="4463288"/>
                  </a:lnTo>
                  <a:lnTo>
                    <a:pt x="177165" y="4476750"/>
                  </a:lnTo>
                  <a:lnTo>
                    <a:pt x="4623434" y="4476750"/>
                  </a:lnTo>
                  <a:lnTo>
                    <a:pt x="4691253" y="4463288"/>
                  </a:lnTo>
                  <a:lnTo>
                    <a:pt x="4748657" y="4424934"/>
                  </a:lnTo>
                  <a:lnTo>
                    <a:pt x="4787138" y="4367403"/>
                  </a:lnTo>
                  <a:lnTo>
                    <a:pt x="4800600" y="4299712"/>
                  </a:lnTo>
                  <a:lnTo>
                    <a:pt x="4800600" y="177038"/>
                  </a:lnTo>
                  <a:lnTo>
                    <a:pt x="4787138" y="109347"/>
                  </a:lnTo>
                  <a:lnTo>
                    <a:pt x="4748657" y="51816"/>
                  </a:lnTo>
                  <a:lnTo>
                    <a:pt x="4691253" y="13461"/>
                  </a:lnTo>
                  <a:lnTo>
                    <a:pt x="4623434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458700" y="2085975"/>
              <a:ext cx="4800600" cy="4476750"/>
            </a:xfrm>
            <a:custGeom>
              <a:avLst/>
              <a:gdLst/>
              <a:ahLst/>
              <a:cxnLst/>
              <a:rect l="l" t="t" r="r" b="b"/>
              <a:pathLst>
                <a:path w="4800600" h="4476750">
                  <a:moveTo>
                    <a:pt x="177165" y="0"/>
                  </a:moveTo>
                  <a:lnTo>
                    <a:pt x="4623434" y="0"/>
                  </a:lnTo>
                  <a:lnTo>
                    <a:pt x="4658106" y="3428"/>
                  </a:lnTo>
                  <a:lnTo>
                    <a:pt x="4721733" y="29718"/>
                  </a:lnTo>
                  <a:lnTo>
                    <a:pt x="4770755" y="78867"/>
                  </a:lnTo>
                  <a:lnTo>
                    <a:pt x="4797171" y="142367"/>
                  </a:lnTo>
                  <a:lnTo>
                    <a:pt x="4800600" y="177038"/>
                  </a:lnTo>
                  <a:lnTo>
                    <a:pt x="4800600" y="4299712"/>
                  </a:lnTo>
                  <a:lnTo>
                    <a:pt x="4787138" y="4367403"/>
                  </a:lnTo>
                  <a:lnTo>
                    <a:pt x="4748657" y="4424934"/>
                  </a:lnTo>
                  <a:lnTo>
                    <a:pt x="4691253" y="4463288"/>
                  </a:lnTo>
                  <a:lnTo>
                    <a:pt x="4623434" y="4476750"/>
                  </a:lnTo>
                  <a:lnTo>
                    <a:pt x="177165" y="4476750"/>
                  </a:lnTo>
                  <a:lnTo>
                    <a:pt x="109347" y="4463288"/>
                  </a:lnTo>
                  <a:lnTo>
                    <a:pt x="51943" y="4424934"/>
                  </a:lnTo>
                  <a:lnTo>
                    <a:pt x="13461" y="4367403"/>
                  </a:lnTo>
                  <a:lnTo>
                    <a:pt x="0" y="4299712"/>
                  </a:lnTo>
                  <a:lnTo>
                    <a:pt x="0" y="177038"/>
                  </a:lnTo>
                  <a:lnTo>
                    <a:pt x="13461" y="109347"/>
                  </a:lnTo>
                  <a:lnTo>
                    <a:pt x="51943" y="51816"/>
                  </a:lnTo>
                  <a:lnTo>
                    <a:pt x="109347" y="13461"/>
                  </a:lnTo>
                  <a:lnTo>
                    <a:pt x="177165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734175" y="3143250"/>
            <a:ext cx="4819650" cy="4495800"/>
            <a:chOff x="6734175" y="3143250"/>
            <a:chExt cx="4819650" cy="4495800"/>
          </a:xfrm>
        </p:grpSpPr>
        <p:sp>
          <p:nvSpPr>
            <p:cNvPr id="9" name="object 9" descr=""/>
            <p:cNvSpPr/>
            <p:nvPr/>
          </p:nvSpPr>
          <p:spPr>
            <a:xfrm>
              <a:off x="6743700" y="3152775"/>
              <a:ext cx="4800600" cy="4476750"/>
            </a:xfrm>
            <a:custGeom>
              <a:avLst/>
              <a:gdLst/>
              <a:ahLst/>
              <a:cxnLst/>
              <a:rect l="l" t="t" r="r" b="b"/>
              <a:pathLst>
                <a:path w="4800600" h="4476750">
                  <a:moveTo>
                    <a:pt x="4623434" y="0"/>
                  </a:moveTo>
                  <a:lnTo>
                    <a:pt x="177165" y="0"/>
                  </a:lnTo>
                  <a:lnTo>
                    <a:pt x="142494" y="3428"/>
                  </a:lnTo>
                  <a:lnTo>
                    <a:pt x="78867" y="29718"/>
                  </a:lnTo>
                  <a:lnTo>
                    <a:pt x="29845" y="78867"/>
                  </a:lnTo>
                  <a:lnTo>
                    <a:pt x="3428" y="142367"/>
                  </a:lnTo>
                  <a:lnTo>
                    <a:pt x="0" y="177038"/>
                  </a:lnTo>
                  <a:lnTo>
                    <a:pt x="0" y="4299712"/>
                  </a:lnTo>
                  <a:lnTo>
                    <a:pt x="13461" y="4367403"/>
                  </a:lnTo>
                  <a:lnTo>
                    <a:pt x="51943" y="4424933"/>
                  </a:lnTo>
                  <a:lnTo>
                    <a:pt x="109347" y="4463288"/>
                  </a:lnTo>
                  <a:lnTo>
                    <a:pt x="177165" y="4476750"/>
                  </a:lnTo>
                  <a:lnTo>
                    <a:pt x="4623434" y="4476750"/>
                  </a:lnTo>
                  <a:lnTo>
                    <a:pt x="4691253" y="4463288"/>
                  </a:lnTo>
                  <a:lnTo>
                    <a:pt x="4748657" y="4424933"/>
                  </a:lnTo>
                  <a:lnTo>
                    <a:pt x="4787138" y="4367403"/>
                  </a:lnTo>
                  <a:lnTo>
                    <a:pt x="4800600" y="4299712"/>
                  </a:lnTo>
                  <a:lnTo>
                    <a:pt x="4800600" y="177038"/>
                  </a:lnTo>
                  <a:lnTo>
                    <a:pt x="4787138" y="109347"/>
                  </a:lnTo>
                  <a:lnTo>
                    <a:pt x="4748657" y="51816"/>
                  </a:lnTo>
                  <a:lnTo>
                    <a:pt x="4691253" y="13461"/>
                  </a:lnTo>
                  <a:lnTo>
                    <a:pt x="4623434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743700" y="3152775"/>
              <a:ext cx="4800600" cy="4476750"/>
            </a:xfrm>
            <a:custGeom>
              <a:avLst/>
              <a:gdLst/>
              <a:ahLst/>
              <a:cxnLst/>
              <a:rect l="l" t="t" r="r" b="b"/>
              <a:pathLst>
                <a:path w="4800600" h="4476750">
                  <a:moveTo>
                    <a:pt x="177165" y="0"/>
                  </a:moveTo>
                  <a:lnTo>
                    <a:pt x="4623434" y="0"/>
                  </a:lnTo>
                  <a:lnTo>
                    <a:pt x="4658106" y="3428"/>
                  </a:lnTo>
                  <a:lnTo>
                    <a:pt x="4721733" y="29718"/>
                  </a:lnTo>
                  <a:lnTo>
                    <a:pt x="4770755" y="78867"/>
                  </a:lnTo>
                  <a:lnTo>
                    <a:pt x="4797171" y="142367"/>
                  </a:lnTo>
                  <a:lnTo>
                    <a:pt x="4800600" y="177038"/>
                  </a:lnTo>
                  <a:lnTo>
                    <a:pt x="4800600" y="4299712"/>
                  </a:lnTo>
                  <a:lnTo>
                    <a:pt x="4787138" y="4367403"/>
                  </a:lnTo>
                  <a:lnTo>
                    <a:pt x="4748657" y="4424933"/>
                  </a:lnTo>
                  <a:lnTo>
                    <a:pt x="4691253" y="4463288"/>
                  </a:lnTo>
                  <a:lnTo>
                    <a:pt x="4623434" y="4476750"/>
                  </a:lnTo>
                  <a:lnTo>
                    <a:pt x="177165" y="4476750"/>
                  </a:lnTo>
                  <a:lnTo>
                    <a:pt x="109347" y="4463288"/>
                  </a:lnTo>
                  <a:lnTo>
                    <a:pt x="51943" y="4424933"/>
                  </a:lnTo>
                  <a:lnTo>
                    <a:pt x="13461" y="4367403"/>
                  </a:lnTo>
                  <a:lnTo>
                    <a:pt x="0" y="4299712"/>
                  </a:lnTo>
                  <a:lnTo>
                    <a:pt x="0" y="177038"/>
                  </a:lnTo>
                  <a:lnTo>
                    <a:pt x="13461" y="109347"/>
                  </a:lnTo>
                  <a:lnTo>
                    <a:pt x="51943" y="51816"/>
                  </a:lnTo>
                  <a:lnTo>
                    <a:pt x="109347" y="13461"/>
                  </a:lnTo>
                  <a:lnTo>
                    <a:pt x="177165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800" y="3486150"/>
              <a:ext cx="457200" cy="4000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0500" y="3486150"/>
              <a:ext cx="676275" cy="400050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7151116" y="3225080"/>
            <a:ext cx="3855720" cy="2781300"/>
          </a:xfrm>
          <a:prstGeom prst="rect">
            <a:avLst/>
          </a:prstGeom>
        </p:spPr>
        <p:txBody>
          <a:bodyPr wrap="square" lIns="0" tIns="241935" rIns="0" bIns="0" rtlCol="0" vert="horz">
            <a:spAutoFit/>
          </a:bodyPr>
          <a:lstStyle/>
          <a:p>
            <a:pPr marL="241935">
              <a:lnSpc>
                <a:spcPct val="100000"/>
              </a:lnSpc>
              <a:spcBef>
                <a:spcPts val="1905"/>
              </a:spcBef>
            </a:pPr>
            <a:r>
              <a:rPr dirty="0" sz="2550" spc="-25" b="1">
                <a:solidFill>
                  <a:srgbClr val="171D2B"/>
                </a:solidFill>
                <a:latin typeface="Calibri"/>
                <a:cs typeface="Calibri"/>
              </a:rPr>
              <a:t>ướ</a:t>
            </a:r>
            <a:endParaRPr sz="2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Chia</a:t>
            </a:r>
            <a:r>
              <a:rPr dirty="0" sz="2250" spc="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2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thành</a:t>
            </a:r>
            <a:r>
              <a:rPr dirty="0" sz="225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các </a:t>
            </a:r>
            <a:r>
              <a:rPr dirty="0" sz="2250" spc="-20">
                <a:solidFill>
                  <a:srgbClr val="171D2B"/>
                </a:solidFill>
                <a:latin typeface="Times New Roman"/>
                <a:cs typeface="Times New Roman"/>
              </a:rPr>
              <a:t>chunk</a:t>
            </a: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(≥1MB),</a:t>
            </a:r>
            <a:r>
              <a:rPr dirty="0" sz="225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tính offset</a:t>
            </a:r>
            <a:r>
              <a:rPr dirty="0" sz="2250" spc="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từng phần</a:t>
            </a:r>
            <a:r>
              <a:rPr dirty="0" sz="225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25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endParaRPr sz="2250">
              <a:latin typeface="Times New Roman"/>
              <a:cs typeface="Times New Roman"/>
            </a:endParaRPr>
          </a:p>
          <a:p>
            <a:pPr marL="12700" marR="15875">
              <a:lnSpc>
                <a:spcPct val="118100"/>
              </a:lnSpc>
              <a:spcBef>
                <a:spcPts val="35"/>
              </a:spcBef>
            </a:pP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xếp</a:t>
            </a:r>
            <a:r>
              <a:rPr dirty="0" sz="2250" spc="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vào</a:t>
            </a:r>
            <a:r>
              <a:rPr dirty="0" sz="225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hàng</a:t>
            </a:r>
            <a:r>
              <a:rPr dirty="0" sz="225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đợi</a:t>
            </a:r>
            <a:r>
              <a:rPr dirty="0" sz="2250" spc="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truyền.</a:t>
            </a:r>
            <a:r>
              <a:rPr dirty="0" sz="225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25">
                <a:solidFill>
                  <a:srgbClr val="171D2B"/>
                </a:solidFill>
                <a:latin typeface="Times New Roman"/>
                <a:cs typeface="Times New Roman"/>
              </a:rPr>
              <a:t>Mỗi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chunk</a:t>
            </a:r>
            <a:r>
              <a:rPr dirty="0" sz="225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mang</a:t>
            </a:r>
            <a:r>
              <a:rPr dirty="0" sz="225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header</a:t>
            </a:r>
            <a:r>
              <a:rPr dirty="0" sz="225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định</a:t>
            </a:r>
            <a:r>
              <a:rPr dirty="0" sz="2250" spc="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danh</a:t>
            </a:r>
            <a:r>
              <a:rPr dirty="0" sz="225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25">
                <a:solidFill>
                  <a:srgbClr val="171D2B"/>
                </a:solidFill>
                <a:latin typeface="Times New Roman"/>
                <a:cs typeface="Times New Roman"/>
              </a:rPr>
              <a:t>để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250" spc="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ghép</a:t>
            </a:r>
            <a:r>
              <a:rPr dirty="0" sz="22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lại</a:t>
            </a:r>
            <a:r>
              <a:rPr dirty="0" sz="22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đúng</a:t>
            </a:r>
            <a:r>
              <a:rPr dirty="0" sz="2250" spc="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thứ</a:t>
            </a:r>
            <a:r>
              <a:rPr dirty="0" sz="225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25">
                <a:solidFill>
                  <a:srgbClr val="171D2B"/>
                </a:solidFill>
                <a:latin typeface="Times New Roman"/>
                <a:cs typeface="Times New Roman"/>
              </a:rPr>
              <a:t>tự.</a:t>
            </a:r>
            <a:endParaRPr sz="2250">
              <a:latin typeface="Times New Roman"/>
              <a:cs typeface="Times New Roman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68725" y="8477250"/>
            <a:ext cx="885825" cy="942975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4714875" y="3209925"/>
            <a:ext cx="1819275" cy="818515"/>
            <a:chOff x="4714875" y="3209925"/>
            <a:chExt cx="1819275" cy="818515"/>
          </a:xfrm>
        </p:grpSpPr>
        <p:sp>
          <p:nvSpPr>
            <p:cNvPr id="16" name="object 16" descr=""/>
            <p:cNvSpPr/>
            <p:nvPr/>
          </p:nvSpPr>
          <p:spPr>
            <a:xfrm>
              <a:off x="4714875" y="3209925"/>
              <a:ext cx="1809114" cy="809625"/>
            </a:xfrm>
            <a:custGeom>
              <a:avLst/>
              <a:gdLst/>
              <a:ahLst/>
              <a:cxnLst/>
              <a:rect l="l" t="t" r="r" b="b"/>
              <a:pathLst>
                <a:path w="1809115" h="809625">
                  <a:moveTo>
                    <a:pt x="1237488" y="0"/>
                  </a:moveTo>
                  <a:lnTo>
                    <a:pt x="1186179" y="126"/>
                  </a:lnTo>
                  <a:lnTo>
                    <a:pt x="1134745" y="2285"/>
                  </a:lnTo>
                  <a:lnTo>
                    <a:pt x="1083437" y="6350"/>
                  </a:lnTo>
                  <a:lnTo>
                    <a:pt x="1032383" y="12573"/>
                  </a:lnTo>
                  <a:lnTo>
                    <a:pt x="981583" y="20574"/>
                  </a:lnTo>
                  <a:lnTo>
                    <a:pt x="931545" y="30606"/>
                  </a:lnTo>
                  <a:lnTo>
                    <a:pt x="881888" y="42418"/>
                  </a:lnTo>
                  <a:lnTo>
                    <a:pt x="832738" y="56260"/>
                  </a:lnTo>
                  <a:lnTo>
                    <a:pt x="784098" y="71881"/>
                  </a:lnTo>
                  <a:lnTo>
                    <a:pt x="736091" y="89407"/>
                  </a:lnTo>
                  <a:lnTo>
                    <a:pt x="688848" y="108711"/>
                  </a:lnTo>
                  <a:lnTo>
                    <a:pt x="642365" y="129921"/>
                  </a:lnTo>
                  <a:lnTo>
                    <a:pt x="596646" y="152780"/>
                  </a:lnTo>
                  <a:lnTo>
                    <a:pt x="551941" y="177419"/>
                  </a:lnTo>
                  <a:lnTo>
                    <a:pt x="508253" y="203707"/>
                  </a:lnTo>
                  <a:lnTo>
                    <a:pt x="465200" y="231901"/>
                  </a:lnTo>
                  <a:lnTo>
                    <a:pt x="423290" y="261747"/>
                  </a:lnTo>
                  <a:lnTo>
                    <a:pt x="382524" y="293243"/>
                  </a:lnTo>
                  <a:lnTo>
                    <a:pt x="343026" y="326135"/>
                  </a:lnTo>
                  <a:lnTo>
                    <a:pt x="304926" y="360679"/>
                  </a:lnTo>
                  <a:lnTo>
                    <a:pt x="270128" y="394461"/>
                  </a:lnTo>
                  <a:lnTo>
                    <a:pt x="236854" y="429386"/>
                  </a:lnTo>
                  <a:lnTo>
                    <a:pt x="204850" y="465454"/>
                  </a:lnTo>
                  <a:lnTo>
                    <a:pt x="174244" y="502539"/>
                  </a:lnTo>
                  <a:lnTo>
                    <a:pt x="145161" y="540766"/>
                  </a:lnTo>
                  <a:lnTo>
                    <a:pt x="117348" y="580136"/>
                  </a:lnTo>
                  <a:lnTo>
                    <a:pt x="90932" y="620395"/>
                  </a:lnTo>
                  <a:lnTo>
                    <a:pt x="66039" y="661797"/>
                  </a:lnTo>
                  <a:lnTo>
                    <a:pt x="42545" y="704214"/>
                  </a:lnTo>
                  <a:lnTo>
                    <a:pt x="20574" y="747522"/>
                  </a:lnTo>
                  <a:lnTo>
                    <a:pt x="0" y="791845"/>
                  </a:lnTo>
                  <a:lnTo>
                    <a:pt x="39624" y="809371"/>
                  </a:lnTo>
                  <a:lnTo>
                    <a:pt x="61595" y="762253"/>
                  </a:lnTo>
                  <a:lnTo>
                    <a:pt x="85344" y="716407"/>
                  </a:lnTo>
                  <a:lnTo>
                    <a:pt x="110616" y="671576"/>
                  </a:lnTo>
                  <a:lnTo>
                    <a:pt x="137667" y="627888"/>
                  </a:lnTo>
                  <a:lnTo>
                    <a:pt x="166497" y="585470"/>
                  </a:lnTo>
                  <a:lnTo>
                    <a:pt x="196850" y="544322"/>
                  </a:lnTo>
                  <a:lnTo>
                    <a:pt x="228853" y="504317"/>
                  </a:lnTo>
                  <a:lnTo>
                    <a:pt x="262509" y="465708"/>
                  </a:lnTo>
                  <a:lnTo>
                    <a:pt x="297688" y="428371"/>
                  </a:lnTo>
                  <a:lnTo>
                    <a:pt x="334517" y="392302"/>
                  </a:lnTo>
                  <a:lnTo>
                    <a:pt x="371475" y="359028"/>
                  </a:lnTo>
                  <a:lnTo>
                    <a:pt x="409575" y="327151"/>
                  </a:lnTo>
                  <a:lnTo>
                    <a:pt x="449072" y="296672"/>
                  </a:lnTo>
                  <a:lnTo>
                    <a:pt x="489585" y="267716"/>
                  </a:lnTo>
                  <a:lnTo>
                    <a:pt x="531240" y="240538"/>
                  </a:lnTo>
                  <a:lnTo>
                    <a:pt x="573532" y="215138"/>
                  </a:lnTo>
                  <a:lnTo>
                    <a:pt x="616838" y="191261"/>
                  </a:lnTo>
                  <a:lnTo>
                    <a:pt x="661035" y="169164"/>
                  </a:lnTo>
                  <a:lnTo>
                    <a:pt x="706120" y="148717"/>
                  </a:lnTo>
                  <a:lnTo>
                    <a:pt x="751839" y="129921"/>
                  </a:lnTo>
                  <a:lnTo>
                    <a:pt x="798195" y="113029"/>
                  </a:lnTo>
                  <a:lnTo>
                    <a:pt x="845185" y="97917"/>
                  </a:lnTo>
                  <a:lnTo>
                    <a:pt x="892810" y="84581"/>
                  </a:lnTo>
                  <a:lnTo>
                    <a:pt x="940815" y="73025"/>
                  </a:lnTo>
                  <a:lnTo>
                    <a:pt x="989202" y="63373"/>
                  </a:lnTo>
                  <a:lnTo>
                    <a:pt x="1038351" y="55625"/>
                  </a:lnTo>
                  <a:lnTo>
                    <a:pt x="1087754" y="49656"/>
                  </a:lnTo>
                  <a:lnTo>
                    <a:pt x="1137412" y="45720"/>
                  </a:lnTo>
                  <a:lnTo>
                    <a:pt x="1187069" y="43560"/>
                  </a:lnTo>
                  <a:lnTo>
                    <a:pt x="1236726" y="43433"/>
                  </a:lnTo>
                  <a:lnTo>
                    <a:pt x="1287399" y="45339"/>
                  </a:lnTo>
                  <a:lnTo>
                    <a:pt x="1337690" y="49149"/>
                  </a:lnTo>
                  <a:lnTo>
                    <a:pt x="1387602" y="54991"/>
                  </a:lnTo>
                  <a:lnTo>
                    <a:pt x="1437386" y="62738"/>
                  </a:lnTo>
                  <a:lnTo>
                    <a:pt x="1486662" y="72517"/>
                  </a:lnTo>
                  <a:lnTo>
                    <a:pt x="1535557" y="84200"/>
                  </a:lnTo>
                  <a:lnTo>
                    <a:pt x="1584071" y="97790"/>
                  </a:lnTo>
                  <a:lnTo>
                    <a:pt x="1632203" y="113410"/>
                  </a:lnTo>
                  <a:lnTo>
                    <a:pt x="1679828" y="130936"/>
                  </a:lnTo>
                  <a:lnTo>
                    <a:pt x="1726946" y="150368"/>
                  </a:lnTo>
                  <a:lnTo>
                    <a:pt x="1705990" y="197739"/>
                  </a:lnTo>
                  <a:lnTo>
                    <a:pt x="1809115" y="170306"/>
                  </a:lnTo>
                  <a:lnTo>
                    <a:pt x="1760092" y="75183"/>
                  </a:lnTo>
                  <a:lnTo>
                    <a:pt x="1744472" y="110617"/>
                  </a:lnTo>
                  <a:lnTo>
                    <a:pt x="1695703" y="90550"/>
                  </a:lnTo>
                  <a:lnTo>
                    <a:pt x="1646554" y="72390"/>
                  </a:lnTo>
                  <a:lnTo>
                    <a:pt x="1596771" y="56260"/>
                  </a:lnTo>
                  <a:lnTo>
                    <a:pt x="1546605" y="42164"/>
                  </a:lnTo>
                  <a:lnTo>
                    <a:pt x="1495933" y="29972"/>
                  </a:lnTo>
                  <a:lnTo>
                    <a:pt x="1445005" y="19939"/>
                  </a:lnTo>
                  <a:lnTo>
                    <a:pt x="1393571" y="11938"/>
                  </a:lnTo>
                  <a:lnTo>
                    <a:pt x="1341882" y="5842"/>
                  </a:lnTo>
                  <a:lnTo>
                    <a:pt x="1289812" y="1904"/>
                  </a:lnTo>
                  <a:lnTo>
                    <a:pt x="1237488" y="0"/>
                  </a:lnTo>
                  <a:close/>
                </a:path>
              </a:pathLst>
            </a:custGeom>
            <a:solidFill>
              <a:srgbClr val="FF94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714875" y="3209924"/>
              <a:ext cx="1776095" cy="818515"/>
            </a:xfrm>
            <a:custGeom>
              <a:avLst/>
              <a:gdLst/>
              <a:ahLst/>
              <a:cxnLst/>
              <a:rect l="l" t="t" r="r" b="b"/>
              <a:pathLst>
                <a:path w="1776095" h="818514">
                  <a:moveTo>
                    <a:pt x="1736090" y="152273"/>
                  </a:moveTo>
                  <a:lnTo>
                    <a:pt x="1685163" y="131191"/>
                  </a:lnTo>
                  <a:lnTo>
                    <a:pt x="1637538" y="113538"/>
                  </a:lnTo>
                  <a:lnTo>
                    <a:pt x="1589278" y="97917"/>
                  </a:lnTo>
                  <a:lnTo>
                    <a:pt x="1540637" y="84328"/>
                  </a:lnTo>
                  <a:lnTo>
                    <a:pt x="1491615" y="72517"/>
                  </a:lnTo>
                  <a:lnTo>
                    <a:pt x="1442212" y="62738"/>
                  </a:lnTo>
                  <a:lnTo>
                    <a:pt x="1392428" y="54991"/>
                  </a:lnTo>
                  <a:lnTo>
                    <a:pt x="1342263" y="49149"/>
                  </a:lnTo>
                  <a:lnTo>
                    <a:pt x="1291844" y="45339"/>
                  </a:lnTo>
                  <a:lnTo>
                    <a:pt x="1241171" y="43434"/>
                  </a:lnTo>
                  <a:lnTo>
                    <a:pt x="1191387" y="43561"/>
                  </a:lnTo>
                  <a:lnTo>
                    <a:pt x="1141603" y="45720"/>
                  </a:lnTo>
                  <a:lnTo>
                    <a:pt x="1091819" y="49657"/>
                  </a:lnTo>
                  <a:lnTo>
                    <a:pt x="1042289" y="55626"/>
                  </a:lnTo>
                  <a:lnTo>
                    <a:pt x="993013" y="63500"/>
                  </a:lnTo>
                  <a:lnTo>
                    <a:pt x="944499" y="73152"/>
                  </a:lnTo>
                  <a:lnTo>
                    <a:pt x="896366" y="84709"/>
                  </a:lnTo>
                  <a:lnTo>
                    <a:pt x="848741" y="98044"/>
                  </a:lnTo>
                  <a:lnTo>
                    <a:pt x="801497" y="113284"/>
                  </a:lnTo>
                  <a:lnTo>
                    <a:pt x="755015" y="130175"/>
                  </a:lnTo>
                  <a:lnTo>
                    <a:pt x="709168" y="148971"/>
                  </a:lnTo>
                  <a:lnTo>
                    <a:pt x="664083" y="169545"/>
                  </a:lnTo>
                  <a:lnTo>
                    <a:pt x="619760" y="191770"/>
                  </a:lnTo>
                  <a:lnTo>
                    <a:pt x="576453" y="215646"/>
                  </a:lnTo>
                  <a:lnTo>
                    <a:pt x="534035" y="241046"/>
                  </a:lnTo>
                  <a:lnTo>
                    <a:pt x="492252" y="268478"/>
                  </a:lnTo>
                  <a:lnTo>
                    <a:pt x="451612" y="297434"/>
                  </a:lnTo>
                  <a:lnTo>
                    <a:pt x="412115" y="327914"/>
                  </a:lnTo>
                  <a:lnTo>
                    <a:pt x="373761" y="359918"/>
                  </a:lnTo>
                  <a:lnTo>
                    <a:pt x="336804" y="393319"/>
                  </a:lnTo>
                  <a:lnTo>
                    <a:pt x="300228" y="429260"/>
                  </a:lnTo>
                  <a:lnTo>
                    <a:pt x="265176" y="466471"/>
                  </a:lnTo>
                  <a:lnTo>
                    <a:pt x="231648" y="504825"/>
                  </a:lnTo>
                  <a:lnTo>
                    <a:pt x="199771" y="544576"/>
                  </a:lnTo>
                  <a:lnTo>
                    <a:pt x="169418" y="585597"/>
                  </a:lnTo>
                  <a:lnTo>
                    <a:pt x="140843" y="627761"/>
                  </a:lnTo>
                  <a:lnTo>
                    <a:pt x="113792" y="671068"/>
                  </a:lnTo>
                  <a:lnTo>
                    <a:pt x="88519" y="715645"/>
                  </a:lnTo>
                  <a:lnTo>
                    <a:pt x="65532" y="760095"/>
                  </a:lnTo>
                  <a:lnTo>
                    <a:pt x="42799" y="808101"/>
                  </a:lnTo>
                  <a:lnTo>
                    <a:pt x="50165" y="811403"/>
                  </a:lnTo>
                  <a:lnTo>
                    <a:pt x="70358" y="767969"/>
                  </a:lnTo>
                  <a:lnTo>
                    <a:pt x="93853" y="722122"/>
                  </a:lnTo>
                  <a:lnTo>
                    <a:pt x="119126" y="677545"/>
                  </a:lnTo>
                  <a:lnTo>
                    <a:pt x="146177" y="633984"/>
                  </a:lnTo>
                  <a:lnTo>
                    <a:pt x="174752" y="591693"/>
                  </a:lnTo>
                  <a:lnTo>
                    <a:pt x="204978" y="550672"/>
                  </a:lnTo>
                  <a:lnTo>
                    <a:pt x="236982" y="510794"/>
                  </a:lnTo>
                  <a:lnTo>
                    <a:pt x="270383" y="472325"/>
                  </a:lnTo>
                  <a:lnTo>
                    <a:pt x="305562" y="435102"/>
                  </a:lnTo>
                  <a:lnTo>
                    <a:pt x="342265" y="399161"/>
                  </a:lnTo>
                  <a:lnTo>
                    <a:pt x="378968" y="365887"/>
                  </a:lnTo>
                  <a:lnTo>
                    <a:pt x="417068" y="334137"/>
                  </a:lnTo>
                  <a:lnTo>
                    <a:pt x="456311" y="303784"/>
                  </a:lnTo>
                  <a:lnTo>
                    <a:pt x="496697" y="274955"/>
                  </a:lnTo>
                  <a:lnTo>
                    <a:pt x="538226" y="247777"/>
                  </a:lnTo>
                  <a:lnTo>
                    <a:pt x="580390" y="222504"/>
                  </a:lnTo>
                  <a:lnTo>
                    <a:pt x="623443" y="198755"/>
                  </a:lnTo>
                  <a:lnTo>
                    <a:pt x="667512" y="176657"/>
                  </a:lnTo>
                  <a:lnTo>
                    <a:pt x="712343" y="156210"/>
                  </a:lnTo>
                  <a:lnTo>
                    <a:pt x="757936" y="137541"/>
                  </a:lnTo>
                  <a:lnTo>
                    <a:pt x="804164" y="120777"/>
                  </a:lnTo>
                  <a:lnTo>
                    <a:pt x="851027" y="105664"/>
                  </a:lnTo>
                  <a:lnTo>
                    <a:pt x="898398" y="92329"/>
                  </a:lnTo>
                  <a:lnTo>
                    <a:pt x="946277" y="80899"/>
                  </a:lnTo>
                  <a:lnTo>
                    <a:pt x="994410" y="71247"/>
                  </a:lnTo>
                  <a:lnTo>
                    <a:pt x="1043432" y="63500"/>
                  </a:lnTo>
                  <a:lnTo>
                    <a:pt x="1092708" y="57531"/>
                  </a:lnTo>
                  <a:lnTo>
                    <a:pt x="1142111" y="53594"/>
                  </a:lnTo>
                  <a:lnTo>
                    <a:pt x="1191641" y="51435"/>
                  </a:lnTo>
                  <a:lnTo>
                    <a:pt x="1241044" y="51308"/>
                  </a:lnTo>
                  <a:lnTo>
                    <a:pt x="1290955" y="53213"/>
                  </a:lnTo>
                  <a:lnTo>
                    <a:pt x="1340739" y="56896"/>
                  </a:lnTo>
                  <a:lnTo>
                    <a:pt x="1390142" y="62611"/>
                  </a:lnTo>
                  <a:lnTo>
                    <a:pt x="1439291" y="70231"/>
                  </a:lnTo>
                  <a:lnTo>
                    <a:pt x="1488059" y="79883"/>
                  </a:lnTo>
                  <a:lnTo>
                    <a:pt x="1536446" y="91313"/>
                  </a:lnTo>
                  <a:lnTo>
                    <a:pt x="1584325" y="104775"/>
                  </a:lnTo>
                  <a:lnTo>
                    <a:pt x="1631950" y="120015"/>
                  </a:lnTo>
                  <a:lnTo>
                    <a:pt x="1679067" y="137287"/>
                  </a:lnTo>
                  <a:lnTo>
                    <a:pt x="1725676" y="156337"/>
                  </a:lnTo>
                  <a:lnTo>
                    <a:pt x="1732915" y="159512"/>
                  </a:lnTo>
                  <a:lnTo>
                    <a:pt x="1736090" y="152273"/>
                  </a:lnTo>
                  <a:close/>
                </a:path>
                <a:path w="1776095" h="818514">
                  <a:moveTo>
                    <a:pt x="1775841" y="93345"/>
                  </a:moveTo>
                  <a:lnTo>
                    <a:pt x="1763903" y="69977"/>
                  </a:lnTo>
                  <a:lnTo>
                    <a:pt x="1746377" y="109347"/>
                  </a:lnTo>
                  <a:lnTo>
                    <a:pt x="1697863" y="89535"/>
                  </a:lnTo>
                  <a:lnTo>
                    <a:pt x="1648841" y="71501"/>
                  </a:lnTo>
                  <a:lnTo>
                    <a:pt x="1599311" y="55626"/>
                  </a:lnTo>
                  <a:lnTo>
                    <a:pt x="1549400" y="41656"/>
                  </a:lnTo>
                  <a:lnTo>
                    <a:pt x="1499108" y="29718"/>
                  </a:lnTo>
                  <a:lnTo>
                    <a:pt x="1448308" y="19685"/>
                  </a:lnTo>
                  <a:lnTo>
                    <a:pt x="1397127" y="11811"/>
                  </a:lnTo>
                  <a:lnTo>
                    <a:pt x="1345692" y="5842"/>
                  </a:lnTo>
                  <a:lnTo>
                    <a:pt x="1294003" y="1905"/>
                  </a:lnTo>
                  <a:lnTo>
                    <a:pt x="1241933" y="0"/>
                  </a:lnTo>
                  <a:lnTo>
                    <a:pt x="1190498" y="127"/>
                  </a:lnTo>
                  <a:lnTo>
                    <a:pt x="1138936" y="2286"/>
                  </a:lnTo>
                  <a:lnTo>
                    <a:pt x="1087501" y="6477"/>
                  </a:lnTo>
                  <a:lnTo>
                    <a:pt x="1036320" y="12573"/>
                  </a:lnTo>
                  <a:lnTo>
                    <a:pt x="985393" y="20701"/>
                  </a:lnTo>
                  <a:lnTo>
                    <a:pt x="935228" y="30734"/>
                  </a:lnTo>
                  <a:lnTo>
                    <a:pt x="885571" y="42545"/>
                  </a:lnTo>
                  <a:lnTo>
                    <a:pt x="836168" y="56388"/>
                  </a:lnTo>
                  <a:lnTo>
                    <a:pt x="787527" y="72136"/>
                  </a:lnTo>
                  <a:lnTo>
                    <a:pt x="739394" y="89662"/>
                  </a:lnTo>
                  <a:lnTo>
                    <a:pt x="692023" y="109093"/>
                  </a:lnTo>
                  <a:lnTo>
                    <a:pt x="645414" y="130302"/>
                  </a:lnTo>
                  <a:lnTo>
                    <a:pt x="599694" y="153162"/>
                  </a:lnTo>
                  <a:lnTo>
                    <a:pt x="554863" y="177927"/>
                  </a:lnTo>
                  <a:lnTo>
                    <a:pt x="511048" y="204216"/>
                  </a:lnTo>
                  <a:lnTo>
                    <a:pt x="467868" y="232537"/>
                  </a:lnTo>
                  <a:lnTo>
                    <a:pt x="425831" y="262509"/>
                  </a:lnTo>
                  <a:lnTo>
                    <a:pt x="384937" y="294005"/>
                  </a:lnTo>
                  <a:lnTo>
                    <a:pt x="345313" y="327152"/>
                  </a:lnTo>
                  <a:lnTo>
                    <a:pt x="307213" y="361696"/>
                  </a:lnTo>
                  <a:lnTo>
                    <a:pt x="272415" y="395605"/>
                  </a:lnTo>
                  <a:lnTo>
                    <a:pt x="239014" y="430657"/>
                  </a:lnTo>
                  <a:lnTo>
                    <a:pt x="206883" y="466852"/>
                  </a:lnTo>
                  <a:lnTo>
                    <a:pt x="176276" y="504075"/>
                  </a:lnTo>
                  <a:lnTo>
                    <a:pt x="147066" y="542429"/>
                  </a:lnTo>
                  <a:lnTo>
                    <a:pt x="119253" y="581787"/>
                  </a:lnTo>
                  <a:lnTo>
                    <a:pt x="92837" y="622300"/>
                  </a:lnTo>
                  <a:lnTo>
                    <a:pt x="67818" y="663702"/>
                  </a:lnTo>
                  <a:lnTo>
                    <a:pt x="44323" y="706247"/>
                  </a:lnTo>
                  <a:lnTo>
                    <a:pt x="22225" y="749681"/>
                  </a:lnTo>
                  <a:lnTo>
                    <a:pt x="0" y="797814"/>
                  </a:lnTo>
                  <a:lnTo>
                    <a:pt x="46863" y="818515"/>
                  </a:lnTo>
                  <a:lnTo>
                    <a:pt x="50165" y="811403"/>
                  </a:lnTo>
                  <a:lnTo>
                    <a:pt x="10414" y="793750"/>
                  </a:lnTo>
                  <a:lnTo>
                    <a:pt x="33020" y="745617"/>
                  </a:lnTo>
                  <a:lnTo>
                    <a:pt x="57277" y="698627"/>
                  </a:lnTo>
                  <a:lnTo>
                    <a:pt x="83312" y="652907"/>
                  </a:lnTo>
                  <a:lnTo>
                    <a:pt x="110998" y="608330"/>
                  </a:lnTo>
                  <a:lnTo>
                    <a:pt x="140462" y="565023"/>
                  </a:lnTo>
                  <a:lnTo>
                    <a:pt x="171577" y="522859"/>
                  </a:lnTo>
                  <a:lnTo>
                    <a:pt x="204343" y="482104"/>
                  </a:lnTo>
                  <a:lnTo>
                    <a:pt x="238887" y="442480"/>
                  </a:lnTo>
                  <a:lnTo>
                    <a:pt x="274828" y="404368"/>
                  </a:lnTo>
                  <a:lnTo>
                    <a:pt x="312547" y="367411"/>
                  </a:lnTo>
                  <a:lnTo>
                    <a:pt x="350520" y="333121"/>
                  </a:lnTo>
                  <a:lnTo>
                    <a:pt x="389890" y="300228"/>
                  </a:lnTo>
                  <a:lnTo>
                    <a:pt x="430530" y="268859"/>
                  </a:lnTo>
                  <a:lnTo>
                    <a:pt x="472313" y="239014"/>
                  </a:lnTo>
                  <a:lnTo>
                    <a:pt x="515239" y="210947"/>
                  </a:lnTo>
                  <a:lnTo>
                    <a:pt x="558673" y="184785"/>
                  </a:lnTo>
                  <a:lnTo>
                    <a:pt x="603377" y="160274"/>
                  </a:lnTo>
                  <a:lnTo>
                    <a:pt x="648843" y="137414"/>
                  </a:lnTo>
                  <a:lnTo>
                    <a:pt x="695198" y="116332"/>
                  </a:lnTo>
                  <a:lnTo>
                    <a:pt x="742315" y="97028"/>
                  </a:lnTo>
                  <a:lnTo>
                    <a:pt x="790067" y="79629"/>
                  </a:lnTo>
                  <a:lnTo>
                    <a:pt x="838454" y="64008"/>
                  </a:lnTo>
                  <a:lnTo>
                    <a:pt x="887476" y="50292"/>
                  </a:lnTo>
                  <a:lnTo>
                    <a:pt x="937006" y="38354"/>
                  </a:lnTo>
                  <a:lnTo>
                    <a:pt x="986790" y="28448"/>
                  </a:lnTo>
                  <a:lnTo>
                    <a:pt x="1037463" y="20447"/>
                  </a:lnTo>
                  <a:lnTo>
                    <a:pt x="1088390" y="14351"/>
                  </a:lnTo>
                  <a:lnTo>
                    <a:pt x="1139444" y="10160"/>
                  </a:lnTo>
                  <a:lnTo>
                    <a:pt x="1190625" y="8001"/>
                  </a:lnTo>
                  <a:lnTo>
                    <a:pt x="1241806" y="7874"/>
                  </a:lnTo>
                  <a:lnTo>
                    <a:pt x="1293876" y="9779"/>
                  </a:lnTo>
                  <a:lnTo>
                    <a:pt x="1345692" y="13716"/>
                  </a:lnTo>
                  <a:lnTo>
                    <a:pt x="1397254" y="19812"/>
                  </a:lnTo>
                  <a:lnTo>
                    <a:pt x="1448435" y="27813"/>
                  </a:lnTo>
                  <a:lnTo>
                    <a:pt x="1499235" y="37846"/>
                  </a:lnTo>
                  <a:lnTo>
                    <a:pt x="1549654" y="49911"/>
                  </a:lnTo>
                  <a:lnTo>
                    <a:pt x="1599692" y="64008"/>
                  </a:lnTo>
                  <a:lnTo>
                    <a:pt x="1649222" y="80010"/>
                  </a:lnTo>
                  <a:lnTo>
                    <a:pt x="1698371" y="98171"/>
                  </a:lnTo>
                  <a:lnTo>
                    <a:pt x="1750441" y="119761"/>
                  </a:lnTo>
                  <a:lnTo>
                    <a:pt x="1764411" y="88265"/>
                  </a:lnTo>
                  <a:lnTo>
                    <a:pt x="1775841" y="93345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7817" y="3298189"/>
              <a:ext cx="115824" cy="119379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0" y="790575"/>
            <a:ext cx="1143000" cy="904875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776729" y="763905"/>
            <a:ext cx="389890" cy="8382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300" spc="-50"/>
              <a:t>ồ</a:t>
            </a:r>
            <a:endParaRPr sz="5300"/>
          </a:p>
        </p:txBody>
      </p:sp>
      <p:grpSp>
        <p:nvGrpSpPr>
          <p:cNvPr id="21" name="object 21" descr=""/>
          <p:cNvGrpSpPr/>
          <p:nvPr/>
        </p:nvGrpSpPr>
        <p:grpSpPr>
          <a:xfrm>
            <a:off x="2152650" y="790575"/>
            <a:ext cx="3590925" cy="904875"/>
            <a:chOff x="2152650" y="790575"/>
            <a:chExt cx="3590925" cy="904875"/>
          </a:xfrm>
        </p:grpSpPr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52650" y="790575"/>
              <a:ext cx="2266950" cy="90487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71975" y="790575"/>
              <a:ext cx="1371600" cy="904875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4025646" y="763905"/>
            <a:ext cx="1755139" cy="838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77950" algn="l"/>
              </a:tabLst>
            </a:pPr>
            <a:r>
              <a:rPr dirty="0" sz="5300" spc="-50" b="1">
                <a:solidFill>
                  <a:srgbClr val="2B578F"/>
                </a:solidFill>
                <a:latin typeface="Calibri"/>
                <a:cs typeface="Calibri"/>
              </a:rPr>
              <a:t>ạ</a:t>
            </a:r>
            <a:r>
              <a:rPr dirty="0" sz="5300" b="1">
                <a:solidFill>
                  <a:srgbClr val="2B578F"/>
                </a:solidFill>
                <a:latin typeface="Calibri"/>
                <a:cs typeface="Calibri"/>
              </a:rPr>
              <a:t>	</a:t>
            </a:r>
            <a:r>
              <a:rPr dirty="0" sz="5300" spc="-50" b="1">
                <a:solidFill>
                  <a:srgbClr val="2B578F"/>
                </a:solidFill>
                <a:latin typeface="Calibri"/>
                <a:cs typeface="Calibri"/>
              </a:rPr>
              <a:t>ộ</a:t>
            </a:r>
            <a:endParaRPr sz="5300">
              <a:latin typeface="Calibri"/>
              <a:cs typeface="Calibri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72150" y="790575"/>
            <a:ext cx="2286000" cy="904875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7660005" y="763905"/>
            <a:ext cx="893444" cy="838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300" spc="-25" b="1">
                <a:solidFill>
                  <a:srgbClr val="2B578F"/>
                </a:solidFill>
                <a:latin typeface="Calibri"/>
                <a:cs typeface="Calibri"/>
              </a:rPr>
              <a:t>ươ</a:t>
            </a:r>
            <a:endParaRPr sz="5300">
              <a:latin typeface="Calibri"/>
              <a:cs typeface="Calibri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34400" y="790575"/>
            <a:ext cx="3019425" cy="904875"/>
          </a:xfrm>
          <a:prstGeom prst="rect">
            <a:avLst/>
          </a:prstGeom>
        </p:spPr>
      </p:pic>
      <p:grpSp>
        <p:nvGrpSpPr>
          <p:cNvPr id="28" name="object 28" descr=""/>
          <p:cNvGrpSpPr/>
          <p:nvPr/>
        </p:nvGrpSpPr>
        <p:grpSpPr>
          <a:xfrm>
            <a:off x="10429875" y="2171700"/>
            <a:ext cx="1819275" cy="819150"/>
            <a:chOff x="10429875" y="2171700"/>
            <a:chExt cx="1819275" cy="819150"/>
          </a:xfrm>
        </p:grpSpPr>
        <p:sp>
          <p:nvSpPr>
            <p:cNvPr id="29" name="object 29" descr=""/>
            <p:cNvSpPr/>
            <p:nvPr/>
          </p:nvSpPr>
          <p:spPr>
            <a:xfrm>
              <a:off x="10439400" y="2181225"/>
              <a:ext cx="1809114" cy="809625"/>
            </a:xfrm>
            <a:custGeom>
              <a:avLst/>
              <a:gdLst/>
              <a:ahLst/>
              <a:cxnLst/>
              <a:rect l="l" t="t" r="r" b="b"/>
              <a:pathLst>
                <a:path w="1809115" h="809625">
                  <a:moveTo>
                    <a:pt x="1237488" y="0"/>
                  </a:moveTo>
                  <a:lnTo>
                    <a:pt x="1186179" y="126"/>
                  </a:lnTo>
                  <a:lnTo>
                    <a:pt x="1134745" y="2285"/>
                  </a:lnTo>
                  <a:lnTo>
                    <a:pt x="1083436" y="6350"/>
                  </a:lnTo>
                  <a:lnTo>
                    <a:pt x="1032382" y="12573"/>
                  </a:lnTo>
                  <a:lnTo>
                    <a:pt x="981582" y="20574"/>
                  </a:lnTo>
                  <a:lnTo>
                    <a:pt x="931545" y="30606"/>
                  </a:lnTo>
                  <a:lnTo>
                    <a:pt x="881888" y="42418"/>
                  </a:lnTo>
                  <a:lnTo>
                    <a:pt x="832739" y="56260"/>
                  </a:lnTo>
                  <a:lnTo>
                    <a:pt x="784098" y="71881"/>
                  </a:lnTo>
                  <a:lnTo>
                    <a:pt x="736092" y="89407"/>
                  </a:lnTo>
                  <a:lnTo>
                    <a:pt x="688848" y="108711"/>
                  </a:lnTo>
                  <a:lnTo>
                    <a:pt x="642366" y="129921"/>
                  </a:lnTo>
                  <a:lnTo>
                    <a:pt x="596646" y="152780"/>
                  </a:lnTo>
                  <a:lnTo>
                    <a:pt x="551942" y="177419"/>
                  </a:lnTo>
                  <a:lnTo>
                    <a:pt x="508253" y="203707"/>
                  </a:lnTo>
                  <a:lnTo>
                    <a:pt x="465200" y="231901"/>
                  </a:lnTo>
                  <a:lnTo>
                    <a:pt x="423291" y="261747"/>
                  </a:lnTo>
                  <a:lnTo>
                    <a:pt x="382524" y="293243"/>
                  </a:lnTo>
                  <a:lnTo>
                    <a:pt x="343026" y="326135"/>
                  </a:lnTo>
                  <a:lnTo>
                    <a:pt x="304926" y="360679"/>
                  </a:lnTo>
                  <a:lnTo>
                    <a:pt x="270128" y="394461"/>
                  </a:lnTo>
                  <a:lnTo>
                    <a:pt x="236854" y="429386"/>
                  </a:lnTo>
                  <a:lnTo>
                    <a:pt x="204850" y="465454"/>
                  </a:lnTo>
                  <a:lnTo>
                    <a:pt x="174244" y="502539"/>
                  </a:lnTo>
                  <a:lnTo>
                    <a:pt x="145160" y="540766"/>
                  </a:lnTo>
                  <a:lnTo>
                    <a:pt x="117348" y="580135"/>
                  </a:lnTo>
                  <a:lnTo>
                    <a:pt x="90931" y="620395"/>
                  </a:lnTo>
                  <a:lnTo>
                    <a:pt x="66040" y="661797"/>
                  </a:lnTo>
                  <a:lnTo>
                    <a:pt x="42545" y="704215"/>
                  </a:lnTo>
                  <a:lnTo>
                    <a:pt x="20574" y="747522"/>
                  </a:lnTo>
                  <a:lnTo>
                    <a:pt x="0" y="791845"/>
                  </a:lnTo>
                  <a:lnTo>
                    <a:pt x="39624" y="809371"/>
                  </a:lnTo>
                  <a:lnTo>
                    <a:pt x="61595" y="762253"/>
                  </a:lnTo>
                  <a:lnTo>
                    <a:pt x="85344" y="716406"/>
                  </a:lnTo>
                  <a:lnTo>
                    <a:pt x="110617" y="671576"/>
                  </a:lnTo>
                  <a:lnTo>
                    <a:pt x="137668" y="627888"/>
                  </a:lnTo>
                  <a:lnTo>
                    <a:pt x="166497" y="585470"/>
                  </a:lnTo>
                  <a:lnTo>
                    <a:pt x="196850" y="544322"/>
                  </a:lnTo>
                  <a:lnTo>
                    <a:pt x="228853" y="504317"/>
                  </a:lnTo>
                  <a:lnTo>
                    <a:pt x="262508" y="465708"/>
                  </a:lnTo>
                  <a:lnTo>
                    <a:pt x="297688" y="428371"/>
                  </a:lnTo>
                  <a:lnTo>
                    <a:pt x="334518" y="392302"/>
                  </a:lnTo>
                  <a:lnTo>
                    <a:pt x="371475" y="359028"/>
                  </a:lnTo>
                  <a:lnTo>
                    <a:pt x="409575" y="327151"/>
                  </a:lnTo>
                  <a:lnTo>
                    <a:pt x="449072" y="296672"/>
                  </a:lnTo>
                  <a:lnTo>
                    <a:pt x="489584" y="267716"/>
                  </a:lnTo>
                  <a:lnTo>
                    <a:pt x="531241" y="240538"/>
                  </a:lnTo>
                  <a:lnTo>
                    <a:pt x="573531" y="215138"/>
                  </a:lnTo>
                  <a:lnTo>
                    <a:pt x="616839" y="191261"/>
                  </a:lnTo>
                  <a:lnTo>
                    <a:pt x="661034" y="169164"/>
                  </a:lnTo>
                  <a:lnTo>
                    <a:pt x="706120" y="148717"/>
                  </a:lnTo>
                  <a:lnTo>
                    <a:pt x="751840" y="129921"/>
                  </a:lnTo>
                  <a:lnTo>
                    <a:pt x="798195" y="113029"/>
                  </a:lnTo>
                  <a:lnTo>
                    <a:pt x="845184" y="97917"/>
                  </a:lnTo>
                  <a:lnTo>
                    <a:pt x="892809" y="84581"/>
                  </a:lnTo>
                  <a:lnTo>
                    <a:pt x="940816" y="73025"/>
                  </a:lnTo>
                  <a:lnTo>
                    <a:pt x="989202" y="63373"/>
                  </a:lnTo>
                  <a:lnTo>
                    <a:pt x="1038351" y="55625"/>
                  </a:lnTo>
                  <a:lnTo>
                    <a:pt x="1087754" y="49656"/>
                  </a:lnTo>
                  <a:lnTo>
                    <a:pt x="1137411" y="45720"/>
                  </a:lnTo>
                  <a:lnTo>
                    <a:pt x="1187069" y="43560"/>
                  </a:lnTo>
                  <a:lnTo>
                    <a:pt x="1236726" y="43433"/>
                  </a:lnTo>
                  <a:lnTo>
                    <a:pt x="1287399" y="45339"/>
                  </a:lnTo>
                  <a:lnTo>
                    <a:pt x="1337691" y="49149"/>
                  </a:lnTo>
                  <a:lnTo>
                    <a:pt x="1387602" y="54991"/>
                  </a:lnTo>
                  <a:lnTo>
                    <a:pt x="1437385" y="62738"/>
                  </a:lnTo>
                  <a:lnTo>
                    <a:pt x="1486661" y="72517"/>
                  </a:lnTo>
                  <a:lnTo>
                    <a:pt x="1535556" y="84200"/>
                  </a:lnTo>
                  <a:lnTo>
                    <a:pt x="1584071" y="97790"/>
                  </a:lnTo>
                  <a:lnTo>
                    <a:pt x="1632203" y="113410"/>
                  </a:lnTo>
                  <a:lnTo>
                    <a:pt x="1679828" y="130936"/>
                  </a:lnTo>
                  <a:lnTo>
                    <a:pt x="1726946" y="150368"/>
                  </a:lnTo>
                  <a:lnTo>
                    <a:pt x="1705991" y="197739"/>
                  </a:lnTo>
                  <a:lnTo>
                    <a:pt x="1809115" y="170306"/>
                  </a:lnTo>
                  <a:lnTo>
                    <a:pt x="1760093" y="75183"/>
                  </a:lnTo>
                  <a:lnTo>
                    <a:pt x="1744472" y="110617"/>
                  </a:lnTo>
                  <a:lnTo>
                    <a:pt x="1695703" y="90550"/>
                  </a:lnTo>
                  <a:lnTo>
                    <a:pt x="1646554" y="72390"/>
                  </a:lnTo>
                  <a:lnTo>
                    <a:pt x="1596771" y="56260"/>
                  </a:lnTo>
                  <a:lnTo>
                    <a:pt x="1546605" y="42164"/>
                  </a:lnTo>
                  <a:lnTo>
                    <a:pt x="1495932" y="29972"/>
                  </a:lnTo>
                  <a:lnTo>
                    <a:pt x="1445005" y="19939"/>
                  </a:lnTo>
                  <a:lnTo>
                    <a:pt x="1393571" y="11938"/>
                  </a:lnTo>
                  <a:lnTo>
                    <a:pt x="1341881" y="5842"/>
                  </a:lnTo>
                  <a:lnTo>
                    <a:pt x="1289811" y="1904"/>
                  </a:lnTo>
                  <a:lnTo>
                    <a:pt x="1237488" y="0"/>
                  </a:lnTo>
                  <a:close/>
                </a:path>
              </a:pathLst>
            </a:custGeom>
            <a:solidFill>
              <a:srgbClr val="FF94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429875" y="2171699"/>
              <a:ext cx="1776095" cy="818515"/>
            </a:xfrm>
            <a:custGeom>
              <a:avLst/>
              <a:gdLst/>
              <a:ahLst/>
              <a:cxnLst/>
              <a:rect l="l" t="t" r="r" b="b"/>
              <a:pathLst>
                <a:path w="1776095" h="818514">
                  <a:moveTo>
                    <a:pt x="1736090" y="152273"/>
                  </a:moveTo>
                  <a:lnTo>
                    <a:pt x="1685163" y="131191"/>
                  </a:lnTo>
                  <a:lnTo>
                    <a:pt x="1637538" y="113665"/>
                  </a:lnTo>
                  <a:lnTo>
                    <a:pt x="1589278" y="97917"/>
                  </a:lnTo>
                  <a:lnTo>
                    <a:pt x="1540637" y="84328"/>
                  </a:lnTo>
                  <a:lnTo>
                    <a:pt x="1491615" y="72517"/>
                  </a:lnTo>
                  <a:lnTo>
                    <a:pt x="1442212" y="62738"/>
                  </a:lnTo>
                  <a:lnTo>
                    <a:pt x="1392428" y="54991"/>
                  </a:lnTo>
                  <a:lnTo>
                    <a:pt x="1342263" y="49149"/>
                  </a:lnTo>
                  <a:lnTo>
                    <a:pt x="1291844" y="45339"/>
                  </a:lnTo>
                  <a:lnTo>
                    <a:pt x="1241171" y="43434"/>
                  </a:lnTo>
                  <a:lnTo>
                    <a:pt x="1191387" y="43561"/>
                  </a:lnTo>
                  <a:lnTo>
                    <a:pt x="1141603" y="45720"/>
                  </a:lnTo>
                  <a:lnTo>
                    <a:pt x="1091819" y="49657"/>
                  </a:lnTo>
                  <a:lnTo>
                    <a:pt x="1042289" y="55626"/>
                  </a:lnTo>
                  <a:lnTo>
                    <a:pt x="993013" y="63500"/>
                  </a:lnTo>
                  <a:lnTo>
                    <a:pt x="944499" y="73152"/>
                  </a:lnTo>
                  <a:lnTo>
                    <a:pt x="896366" y="84709"/>
                  </a:lnTo>
                  <a:lnTo>
                    <a:pt x="848741" y="98044"/>
                  </a:lnTo>
                  <a:lnTo>
                    <a:pt x="801497" y="113284"/>
                  </a:lnTo>
                  <a:lnTo>
                    <a:pt x="755015" y="130175"/>
                  </a:lnTo>
                  <a:lnTo>
                    <a:pt x="709168" y="148971"/>
                  </a:lnTo>
                  <a:lnTo>
                    <a:pt x="664083" y="169545"/>
                  </a:lnTo>
                  <a:lnTo>
                    <a:pt x="619760" y="191770"/>
                  </a:lnTo>
                  <a:lnTo>
                    <a:pt x="576453" y="215646"/>
                  </a:lnTo>
                  <a:lnTo>
                    <a:pt x="534035" y="241046"/>
                  </a:lnTo>
                  <a:lnTo>
                    <a:pt x="492252" y="268478"/>
                  </a:lnTo>
                  <a:lnTo>
                    <a:pt x="451612" y="297434"/>
                  </a:lnTo>
                  <a:lnTo>
                    <a:pt x="412115" y="327914"/>
                  </a:lnTo>
                  <a:lnTo>
                    <a:pt x="373761" y="359918"/>
                  </a:lnTo>
                  <a:lnTo>
                    <a:pt x="336804" y="393319"/>
                  </a:lnTo>
                  <a:lnTo>
                    <a:pt x="300228" y="429260"/>
                  </a:lnTo>
                  <a:lnTo>
                    <a:pt x="265176" y="466471"/>
                  </a:lnTo>
                  <a:lnTo>
                    <a:pt x="231648" y="504825"/>
                  </a:lnTo>
                  <a:lnTo>
                    <a:pt x="199771" y="544576"/>
                  </a:lnTo>
                  <a:lnTo>
                    <a:pt x="169418" y="585597"/>
                  </a:lnTo>
                  <a:lnTo>
                    <a:pt x="140843" y="627761"/>
                  </a:lnTo>
                  <a:lnTo>
                    <a:pt x="113792" y="671068"/>
                  </a:lnTo>
                  <a:lnTo>
                    <a:pt x="88519" y="715645"/>
                  </a:lnTo>
                  <a:lnTo>
                    <a:pt x="64770" y="761365"/>
                  </a:lnTo>
                  <a:lnTo>
                    <a:pt x="42799" y="808101"/>
                  </a:lnTo>
                  <a:lnTo>
                    <a:pt x="50165" y="811403"/>
                  </a:lnTo>
                  <a:lnTo>
                    <a:pt x="70358" y="767969"/>
                  </a:lnTo>
                  <a:lnTo>
                    <a:pt x="93853" y="722122"/>
                  </a:lnTo>
                  <a:lnTo>
                    <a:pt x="119126" y="677545"/>
                  </a:lnTo>
                  <a:lnTo>
                    <a:pt x="146177" y="633984"/>
                  </a:lnTo>
                  <a:lnTo>
                    <a:pt x="174752" y="591693"/>
                  </a:lnTo>
                  <a:lnTo>
                    <a:pt x="204978" y="550672"/>
                  </a:lnTo>
                  <a:lnTo>
                    <a:pt x="236982" y="510794"/>
                  </a:lnTo>
                  <a:lnTo>
                    <a:pt x="270383" y="472313"/>
                  </a:lnTo>
                  <a:lnTo>
                    <a:pt x="305562" y="435102"/>
                  </a:lnTo>
                  <a:lnTo>
                    <a:pt x="342265" y="399161"/>
                  </a:lnTo>
                  <a:lnTo>
                    <a:pt x="378968" y="365887"/>
                  </a:lnTo>
                  <a:lnTo>
                    <a:pt x="417068" y="334137"/>
                  </a:lnTo>
                  <a:lnTo>
                    <a:pt x="456311" y="303784"/>
                  </a:lnTo>
                  <a:lnTo>
                    <a:pt x="496697" y="274955"/>
                  </a:lnTo>
                  <a:lnTo>
                    <a:pt x="538226" y="247777"/>
                  </a:lnTo>
                  <a:lnTo>
                    <a:pt x="580390" y="222504"/>
                  </a:lnTo>
                  <a:lnTo>
                    <a:pt x="623443" y="198755"/>
                  </a:lnTo>
                  <a:lnTo>
                    <a:pt x="667512" y="176657"/>
                  </a:lnTo>
                  <a:lnTo>
                    <a:pt x="712343" y="156210"/>
                  </a:lnTo>
                  <a:lnTo>
                    <a:pt x="757936" y="137541"/>
                  </a:lnTo>
                  <a:lnTo>
                    <a:pt x="804164" y="120777"/>
                  </a:lnTo>
                  <a:lnTo>
                    <a:pt x="851027" y="105664"/>
                  </a:lnTo>
                  <a:lnTo>
                    <a:pt x="898398" y="92329"/>
                  </a:lnTo>
                  <a:lnTo>
                    <a:pt x="946277" y="80899"/>
                  </a:lnTo>
                  <a:lnTo>
                    <a:pt x="994410" y="71247"/>
                  </a:lnTo>
                  <a:lnTo>
                    <a:pt x="1043432" y="63500"/>
                  </a:lnTo>
                  <a:lnTo>
                    <a:pt x="1092708" y="57531"/>
                  </a:lnTo>
                  <a:lnTo>
                    <a:pt x="1142111" y="53594"/>
                  </a:lnTo>
                  <a:lnTo>
                    <a:pt x="1191641" y="51435"/>
                  </a:lnTo>
                  <a:lnTo>
                    <a:pt x="1241044" y="51308"/>
                  </a:lnTo>
                  <a:lnTo>
                    <a:pt x="1290955" y="53213"/>
                  </a:lnTo>
                  <a:lnTo>
                    <a:pt x="1340739" y="56896"/>
                  </a:lnTo>
                  <a:lnTo>
                    <a:pt x="1390142" y="62611"/>
                  </a:lnTo>
                  <a:lnTo>
                    <a:pt x="1439291" y="70231"/>
                  </a:lnTo>
                  <a:lnTo>
                    <a:pt x="1488059" y="79883"/>
                  </a:lnTo>
                  <a:lnTo>
                    <a:pt x="1536446" y="91313"/>
                  </a:lnTo>
                  <a:lnTo>
                    <a:pt x="1584325" y="104775"/>
                  </a:lnTo>
                  <a:lnTo>
                    <a:pt x="1631950" y="120015"/>
                  </a:lnTo>
                  <a:lnTo>
                    <a:pt x="1679067" y="137287"/>
                  </a:lnTo>
                  <a:lnTo>
                    <a:pt x="1725676" y="156337"/>
                  </a:lnTo>
                  <a:lnTo>
                    <a:pt x="1732915" y="159512"/>
                  </a:lnTo>
                  <a:lnTo>
                    <a:pt x="1736090" y="152273"/>
                  </a:lnTo>
                  <a:close/>
                </a:path>
                <a:path w="1776095" h="818514">
                  <a:moveTo>
                    <a:pt x="1775841" y="93345"/>
                  </a:moveTo>
                  <a:lnTo>
                    <a:pt x="1763903" y="69977"/>
                  </a:lnTo>
                  <a:lnTo>
                    <a:pt x="1746377" y="109347"/>
                  </a:lnTo>
                  <a:lnTo>
                    <a:pt x="1697863" y="89535"/>
                  </a:lnTo>
                  <a:lnTo>
                    <a:pt x="1648841" y="71501"/>
                  </a:lnTo>
                  <a:lnTo>
                    <a:pt x="1599311" y="55626"/>
                  </a:lnTo>
                  <a:lnTo>
                    <a:pt x="1549400" y="41656"/>
                  </a:lnTo>
                  <a:lnTo>
                    <a:pt x="1499108" y="29718"/>
                  </a:lnTo>
                  <a:lnTo>
                    <a:pt x="1448308" y="19685"/>
                  </a:lnTo>
                  <a:lnTo>
                    <a:pt x="1397127" y="11811"/>
                  </a:lnTo>
                  <a:lnTo>
                    <a:pt x="1345692" y="5842"/>
                  </a:lnTo>
                  <a:lnTo>
                    <a:pt x="1294003" y="1905"/>
                  </a:lnTo>
                  <a:lnTo>
                    <a:pt x="1241933" y="0"/>
                  </a:lnTo>
                  <a:lnTo>
                    <a:pt x="1190498" y="127"/>
                  </a:lnTo>
                  <a:lnTo>
                    <a:pt x="1138936" y="2286"/>
                  </a:lnTo>
                  <a:lnTo>
                    <a:pt x="1087501" y="6477"/>
                  </a:lnTo>
                  <a:lnTo>
                    <a:pt x="1036320" y="12573"/>
                  </a:lnTo>
                  <a:lnTo>
                    <a:pt x="985393" y="20701"/>
                  </a:lnTo>
                  <a:lnTo>
                    <a:pt x="935228" y="30734"/>
                  </a:lnTo>
                  <a:lnTo>
                    <a:pt x="885571" y="42545"/>
                  </a:lnTo>
                  <a:lnTo>
                    <a:pt x="836168" y="56388"/>
                  </a:lnTo>
                  <a:lnTo>
                    <a:pt x="787527" y="72136"/>
                  </a:lnTo>
                  <a:lnTo>
                    <a:pt x="739394" y="89662"/>
                  </a:lnTo>
                  <a:lnTo>
                    <a:pt x="692023" y="109093"/>
                  </a:lnTo>
                  <a:lnTo>
                    <a:pt x="645414" y="130302"/>
                  </a:lnTo>
                  <a:lnTo>
                    <a:pt x="599694" y="153162"/>
                  </a:lnTo>
                  <a:lnTo>
                    <a:pt x="554863" y="177927"/>
                  </a:lnTo>
                  <a:lnTo>
                    <a:pt x="511048" y="204216"/>
                  </a:lnTo>
                  <a:lnTo>
                    <a:pt x="467868" y="232537"/>
                  </a:lnTo>
                  <a:lnTo>
                    <a:pt x="425831" y="262509"/>
                  </a:lnTo>
                  <a:lnTo>
                    <a:pt x="384937" y="294005"/>
                  </a:lnTo>
                  <a:lnTo>
                    <a:pt x="345313" y="327152"/>
                  </a:lnTo>
                  <a:lnTo>
                    <a:pt x="307213" y="361696"/>
                  </a:lnTo>
                  <a:lnTo>
                    <a:pt x="272415" y="395605"/>
                  </a:lnTo>
                  <a:lnTo>
                    <a:pt x="239014" y="430657"/>
                  </a:lnTo>
                  <a:lnTo>
                    <a:pt x="206883" y="466852"/>
                  </a:lnTo>
                  <a:lnTo>
                    <a:pt x="176276" y="504063"/>
                  </a:lnTo>
                  <a:lnTo>
                    <a:pt x="147066" y="542417"/>
                  </a:lnTo>
                  <a:lnTo>
                    <a:pt x="119253" y="581787"/>
                  </a:lnTo>
                  <a:lnTo>
                    <a:pt x="92837" y="622300"/>
                  </a:lnTo>
                  <a:lnTo>
                    <a:pt x="67818" y="663702"/>
                  </a:lnTo>
                  <a:lnTo>
                    <a:pt x="44323" y="706247"/>
                  </a:lnTo>
                  <a:lnTo>
                    <a:pt x="22225" y="749681"/>
                  </a:lnTo>
                  <a:lnTo>
                    <a:pt x="0" y="797814"/>
                  </a:lnTo>
                  <a:lnTo>
                    <a:pt x="46863" y="818515"/>
                  </a:lnTo>
                  <a:lnTo>
                    <a:pt x="50165" y="811403"/>
                  </a:lnTo>
                  <a:lnTo>
                    <a:pt x="10414" y="793750"/>
                  </a:lnTo>
                  <a:lnTo>
                    <a:pt x="29591" y="752983"/>
                  </a:lnTo>
                  <a:lnTo>
                    <a:pt x="57277" y="698627"/>
                  </a:lnTo>
                  <a:lnTo>
                    <a:pt x="83312" y="652907"/>
                  </a:lnTo>
                  <a:lnTo>
                    <a:pt x="110998" y="608330"/>
                  </a:lnTo>
                  <a:lnTo>
                    <a:pt x="140462" y="565023"/>
                  </a:lnTo>
                  <a:lnTo>
                    <a:pt x="171577" y="522859"/>
                  </a:lnTo>
                  <a:lnTo>
                    <a:pt x="204343" y="482092"/>
                  </a:lnTo>
                  <a:lnTo>
                    <a:pt x="238887" y="442468"/>
                  </a:lnTo>
                  <a:lnTo>
                    <a:pt x="274828" y="404368"/>
                  </a:lnTo>
                  <a:lnTo>
                    <a:pt x="312547" y="367411"/>
                  </a:lnTo>
                  <a:lnTo>
                    <a:pt x="350520" y="333121"/>
                  </a:lnTo>
                  <a:lnTo>
                    <a:pt x="389890" y="300228"/>
                  </a:lnTo>
                  <a:lnTo>
                    <a:pt x="430530" y="268859"/>
                  </a:lnTo>
                  <a:lnTo>
                    <a:pt x="472313" y="239014"/>
                  </a:lnTo>
                  <a:lnTo>
                    <a:pt x="515239" y="210947"/>
                  </a:lnTo>
                  <a:lnTo>
                    <a:pt x="558673" y="184785"/>
                  </a:lnTo>
                  <a:lnTo>
                    <a:pt x="603377" y="160274"/>
                  </a:lnTo>
                  <a:lnTo>
                    <a:pt x="648843" y="137414"/>
                  </a:lnTo>
                  <a:lnTo>
                    <a:pt x="695198" y="116332"/>
                  </a:lnTo>
                  <a:lnTo>
                    <a:pt x="742315" y="97028"/>
                  </a:lnTo>
                  <a:lnTo>
                    <a:pt x="790067" y="79629"/>
                  </a:lnTo>
                  <a:lnTo>
                    <a:pt x="838454" y="64008"/>
                  </a:lnTo>
                  <a:lnTo>
                    <a:pt x="887476" y="50292"/>
                  </a:lnTo>
                  <a:lnTo>
                    <a:pt x="937006" y="38354"/>
                  </a:lnTo>
                  <a:lnTo>
                    <a:pt x="986790" y="28448"/>
                  </a:lnTo>
                  <a:lnTo>
                    <a:pt x="1037463" y="20447"/>
                  </a:lnTo>
                  <a:lnTo>
                    <a:pt x="1088390" y="14351"/>
                  </a:lnTo>
                  <a:lnTo>
                    <a:pt x="1139444" y="10160"/>
                  </a:lnTo>
                  <a:lnTo>
                    <a:pt x="1190625" y="8001"/>
                  </a:lnTo>
                  <a:lnTo>
                    <a:pt x="1241806" y="7874"/>
                  </a:lnTo>
                  <a:lnTo>
                    <a:pt x="1293876" y="9779"/>
                  </a:lnTo>
                  <a:lnTo>
                    <a:pt x="1345692" y="13716"/>
                  </a:lnTo>
                  <a:lnTo>
                    <a:pt x="1397254" y="19812"/>
                  </a:lnTo>
                  <a:lnTo>
                    <a:pt x="1448435" y="27813"/>
                  </a:lnTo>
                  <a:lnTo>
                    <a:pt x="1499235" y="37846"/>
                  </a:lnTo>
                  <a:lnTo>
                    <a:pt x="1549654" y="49911"/>
                  </a:lnTo>
                  <a:lnTo>
                    <a:pt x="1599692" y="64008"/>
                  </a:lnTo>
                  <a:lnTo>
                    <a:pt x="1649222" y="80010"/>
                  </a:lnTo>
                  <a:lnTo>
                    <a:pt x="1698371" y="98171"/>
                  </a:lnTo>
                  <a:lnTo>
                    <a:pt x="1750441" y="119761"/>
                  </a:lnTo>
                  <a:lnTo>
                    <a:pt x="1764411" y="88265"/>
                  </a:lnTo>
                  <a:lnTo>
                    <a:pt x="1775841" y="93345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32817" y="2259964"/>
              <a:ext cx="115824" cy="119379"/>
            </a:xfrm>
            <a:prstGeom prst="rect">
              <a:avLst/>
            </a:prstGeom>
          </p:spPr>
        </p:pic>
      </p:grpSp>
      <p:pic>
        <p:nvPicPr>
          <p:cNvPr id="32" name="object 3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275" y="4552950"/>
            <a:ext cx="457200" cy="400050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95500" y="4552950"/>
            <a:ext cx="676275" cy="400050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1430655" y="4326056"/>
            <a:ext cx="3923029" cy="3187700"/>
          </a:xfrm>
          <a:prstGeom prst="rect">
            <a:avLst/>
          </a:prstGeom>
        </p:spPr>
        <p:txBody>
          <a:bodyPr wrap="square" lIns="0" tIns="209550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650"/>
              </a:spcBef>
            </a:pPr>
            <a:r>
              <a:rPr dirty="0" sz="2550" spc="-25" b="1">
                <a:solidFill>
                  <a:srgbClr val="171D2B"/>
                </a:solidFill>
                <a:latin typeface="Calibri"/>
                <a:cs typeface="Calibri"/>
              </a:rPr>
              <a:t>ướ</a:t>
            </a:r>
            <a:endParaRPr sz="2550">
              <a:latin typeface="Calibri"/>
              <a:cs typeface="Calibri"/>
            </a:endParaRPr>
          </a:p>
          <a:p>
            <a:pPr marL="12700" marR="233679">
              <a:lnSpc>
                <a:spcPct val="119500"/>
              </a:lnSpc>
              <a:spcBef>
                <a:spcPts val="844"/>
              </a:spcBef>
            </a:pP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Khởi</a:t>
            </a:r>
            <a:r>
              <a:rPr dirty="0" sz="22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tạo</a:t>
            </a:r>
            <a:r>
              <a:rPr dirty="0" sz="225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phiên</a:t>
            </a:r>
            <a:r>
              <a:rPr dirty="0" sz="2250" spc="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250" spc="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tải</a:t>
            </a:r>
            <a:r>
              <a:rPr dirty="0" sz="225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20">
                <a:solidFill>
                  <a:srgbClr val="171D2B"/>
                </a:solidFill>
                <a:latin typeface="Times New Roman"/>
                <a:cs typeface="Times New Roman"/>
              </a:rPr>
              <a:t>bằng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lệnh</a:t>
            </a:r>
            <a:r>
              <a:rPr dirty="0" sz="22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40">
                <a:solidFill>
                  <a:srgbClr val="171D2B"/>
                </a:solidFill>
                <a:latin typeface="Times New Roman"/>
                <a:cs typeface="Times New Roman"/>
              </a:rPr>
              <a:t>MULTIPART_INIT.</a:t>
            </a:r>
            <a:r>
              <a:rPr dirty="0" sz="225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1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endParaRPr sz="2250">
              <a:latin typeface="Times New Roman"/>
              <a:cs typeface="Times New Roman"/>
            </a:endParaRPr>
          </a:p>
          <a:p>
            <a:pPr marL="12700" marR="5080">
              <a:lnSpc>
                <a:spcPct val="119600"/>
              </a:lnSpc>
              <a:spcBef>
                <a:spcPts val="70"/>
              </a:spcBef>
            </a:pP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gửi</a:t>
            </a:r>
            <a:r>
              <a:rPr dirty="0" sz="2250" spc="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thông</a:t>
            </a:r>
            <a:r>
              <a:rPr dirty="0" sz="2250" spc="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tin</a:t>
            </a:r>
            <a:r>
              <a:rPr dirty="0" sz="225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2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(tên,</a:t>
            </a:r>
            <a:r>
              <a:rPr dirty="0" sz="22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kích</a:t>
            </a:r>
            <a:r>
              <a:rPr dirty="0" sz="225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10">
                <a:solidFill>
                  <a:srgbClr val="171D2B"/>
                </a:solidFill>
                <a:latin typeface="Times New Roman"/>
                <a:cs typeface="Times New Roman"/>
              </a:rPr>
              <a:t>thước, SHA-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256)</a:t>
            </a:r>
            <a:r>
              <a:rPr dirty="0" sz="2250" spc="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lên Server</a:t>
            </a:r>
            <a:r>
              <a:rPr dirty="0" sz="2250" spc="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để</a:t>
            </a:r>
            <a:r>
              <a:rPr dirty="0" sz="2250" spc="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10">
                <a:solidFill>
                  <a:srgbClr val="171D2B"/>
                </a:solidFill>
                <a:latin typeface="Times New Roman"/>
                <a:cs typeface="Times New Roman"/>
              </a:rPr>
              <a:t>Server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chuẩn</a:t>
            </a:r>
            <a:r>
              <a:rPr dirty="0" sz="225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bị</a:t>
            </a:r>
            <a:r>
              <a:rPr dirty="0" sz="225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tiếp</a:t>
            </a:r>
            <a:r>
              <a:rPr dirty="0" sz="2250" spc="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nhận</a:t>
            </a:r>
            <a:r>
              <a:rPr dirty="0" sz="225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2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cấp</a:t>
            </a:r>
            <a:r>
              <a:rPr dirty="0" sz="22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20">
                <a:solidFill>
                  <a:srgbClr val="171D2B"/>
                </a:solidFill>
                <a:latin typeface="Times New Roman"/>
                <a:cs typeface="Times New Roman"/>
              </a:rPr>
              <a:t>phát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phiên</a:t>
            </a:r>
            <a:r>
              <a:rPr dirty="0" sz="2250" spc="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làm</a:t>
            </a:r>
            <a:r>
              <a:rPr dirty="0" sz="22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10">
                <a:solidFill>
                  <a:srgbClr val="171D2B"/>
                </a:solidFill>
                <a:latin typeface="Times New Roman"/>
                <a:cs typeface="Times New Roman"/>
              </a:rPr>
              <a:t>việc.</a:t>
            </a:r>
            <a:endParaRPr sz="2250">
              <a:latin typeface="Times New Roman"/>
              <a:cs typeface="Times New Roman"/>
            </a:endParaRPr>
          </a:p>
        </p:txBody>
      </p:sp>
      <p:pic>
        <p:nvPicPr>
          <p:cNvPr id="35" name="object 3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77800" y="2419350"/>
            <a:ext cx="457200" cy="400050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535025" y="2419350"/>
            <a:ext cx="685800" cy="400050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12869164" y="2374963"/>
            <a:ext cx="4364355" cy="3639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5270">
              <a:lnSpc>
                <a:spcPct val="100000"/>
              </a:lnSpc>
              <a:spcBef>
                <a:spcPts val="100"/>
              </a:spcBef>
            </a:pPr>
            <a:r>
              <a:rPr dirty="0" sz="2550" spc="-25" b="1">
                <a:solidFill>
                  <a:srgbClr val="171D2B"/>
                </a:solidFill>
                <a:latin typeface="Calibri"/>
                <a:cs typeface="Calibri"/>
              </a:rPr>
              <a:t>ướ</a:t>
            </a:r>
            <a:endParaRPr sz="25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2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song</a:t>
            </a:r>
            <a:r>
              <a:rPr dirty="0" sz="225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song</a:t>
            </a:r>
            <a:r>
              <a:rPr dirty="0" sz="22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các</a:t>
            </a:r>
            <a:r>
              <a:rPr dirty="0" sz="22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chunk</a:t>
            </a:r>
            <a:r>
              <a:rPr dirty="0" sz="2250" spc="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25">
                <a:solidFill>
                  <a:srgbClr val="171D2B"/>
                </a:solidFill>
                <a:latin typeface="Times New Roman"/>
                <a:cs typeface="Times New Roman"/>
              </a:rPr>
              <a:t>qua</a:t>
            </a:r>
            <a:endParaRPr sz="22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nhiều</a:t>
            </a:r>
            <a:r>
              <a:rPr dirty="0" sz="22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Worker</a:t>
            </a:r>
            <a:r>
              <a:rPr dirty="0" sz="225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Threads.</a:t>
            </a:r>
            <a:r>
              <a:rPr dirty="0" sz="22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Mỗi</a:t>
            </a:r>
            <a:r>
              <a:rPr dirty="0" sz="22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10">
                <a:solidFill>
                  <a:srgbClr val="171D2B"/>
                </a:solidFill>
                <a:latin typeface="Times New Roman"/>
                <a:cs typeface="Times New Roman"/>
              </a:rPr>
              <a:t>luồng</a:t>
            </a:r>
            <a:endParaRPr sz="22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được</a:t>
            </a:r>
            <a:r>
              <a:rPr dirty="0" sz="225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gửi</a:t>
            </a:r>
            <a:r>
              <a:rPr dirty="0" sz="225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kèm</a:t>
            </a:r>
            <a:r>
              <a:rPr dirty="0" sz="225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session_id,</a:t>
            </a:r>
            <a:r>
              <a:rPr dirty="0" sz="22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10">
                <a:solidFill>
                  <a:srgbClr val="171D2B"/>
                </a:solidFill>
                <a:latin typeface="Times New Roman"/>
                <a:cs typeface="Times New Roman"/>
              </a:rPr>
              <a:t>part_index,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offset</a:t>
            </a:r>
            <a:r>
              <a:rPr dirty="0" sz="22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2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part_size</a:t>
            </a:r>
            <a:r>
              <a:rPr dirty="0" sz="22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để</a:t>
            </a:r>
            <a:r>
              <a:rPr dirty="0" sz="22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2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ghi</a:t>
            </a:r>
            <a:r>
              <a:rPr dirty="0" sz="22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20">
                <a:solidFill>
                  <a:srgbClr val="171D2B"/>
                </a:solidFill>
                <a:latin typeface="Times New Roman"/>
                <a:cs typeface="Times New Roman"/>
              </a:rPr>
              <a:t>đúng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vị</a:t>
            </a:r>
            <a:r>
              <a:rPr dirty="0" sz="22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20">
                <a:solidFill>
                  <a:srgbClr val="171D2B"/>
                </a:solidFill>
                <a:latin typeface="Times New Roman"/>
                <a:cs typeface="Times New Roman"/>
              </a:rPr>
              <a:t>trí.</a:t>
            </a:r>
            <a:endParaRPr sz="2250">
              <a:latin typeface="Times New Roman"/>
              <a:cs typeface="Times New Roman"/>
            </a:endParaRPr>
          </a:p>
          <a:p>
            <a:pPr algn="just" marL="12700" marR="8255">
              <a:lnSpc>
                <a:spcPct val="100000"/>
              </a:lnSpc>
              <a:spcBef>
                <a:spcPts val="985"/>
              </a:spcBef>
            </a:pP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Các Worker</a:t>
            </a:r>
            <a:r>
              <a:rPr dirty="0" sz="22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Threads</a:t>
            </a:r>
            <a:r>
              <a:rPr dirty="0" sz="225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2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chunk</a:t>
            </a:r>
            <a:r>
              <a:rPr dirty="0" sz="22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25">
                <a:solidFill>
                  <a:srgbClr val="171D2B"/>
                </a:solidFill>
                <a:latin typeface="Times New Roman"/>
                <a:cs typeface="Times New Roman"/>
              </a:rPr>
              <a:t>so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ng</a:t>
            </a:r>
            <a:r>
              <a:rPr dirty="0" sz="22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song, </a:t>
            </a:r>
            <a:r>
              <a:rPr dirty="0" sz="2250" spc="-25">
                <a:solidFill>
                  <a:srgbClr val="171D2B"/>
                </a:solidFill>
                <a:latin typeface="Times New Roman"/>
                <a:cs typeface="Times New Roman"/>
              </a:rPr>
              <a:t>hỗ</a:t>
            </a:r>
            <a:endParaRPr sz="22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trợ</a:t>
            </a:r>
            <a:r>
              <a:rPr dirty="0" sz="22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Pause/Resume/Stop</a:t>
            </a:r>
            <a:r>
              <a:rPr dirty="0" sz="22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trong</a:t>
            </a:r>
            <a:r>
              <a:rPr dirty="0" sz="22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20">
                <a:solidFill>
                  <a:srgbClr val="171D2B"/>
                </a:solidFill>
                <a:latin typeface="Times New Roman"/>
                <a:cs typeface="Times New Roman"/>
              </a:rPr>
              <a:t>cùng</a:t>
            </a:r>
            <a:endParaRPr sz="22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phiên</a:t>
            </a:r>
            <a:r>
              <a:rPr dirty="0" sz="22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2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giới hạn</a:t>
            </a:r>
            <a:r>
              <a:rPr dirty="0" sz="225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tốc</a:t>
            </a:r>
            <a:r>
              <a:rPr dirty="0" sz="22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171D2B"/>
                </a:solidFill>
                <a:latin typeface="Times New Roman"/>
                <a:cs typeface="Times New Roman"/>
              </a:rPr>
              <a:t>độ</a:t>
            </a:r>
            <a:r>
              <a:rPr dirty="0" sz="2250" spc="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250" spc="-10">
                <a:solidFill>
                  <a:srgbClr val="171D2B"/>
                </a:solidFill>
                <a:latin typeface="Times New Roman"/>
                <a:cs typeface="Times New Roman"/>
              </a:rPr>
              <a:t>truyền.</a:t>
            </a:r>
            <a:endParaRPr sz="2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71650" y="2124075"/>
            <a:ext cx="16516350" cy="7800975"/>
            <a:chOff x="1771650" y="2124075"/>
            <a:chExt cx="16516350" cy="78009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96900" y="2124075"/>
              <a:ext cx="4991100" cy="6096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96775" y="3352800"/>
              <a:ext cx="5991225" cy="657225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809750" y="2590800"/>
              <a:ext cx="12153900" cy="2257425"/>
            </a:xfrm>
            <a:custGeom>
              <a:avLst/>
              <a:gdLst/>
              <a:ahLst/>
              <a:cxnLst/>
              <a:rect l="l" t="t" r="r" b="b"/>
              <a:pathLst>
                <a:path w="12153900" h="2257425">
                  <a:moveTo>
                    <a:pt x="12080494" y="0"/>
                  </a:moveTo>
                  <a:lnTo>
                    <a:pt x="73406" y="0"/>
                  </a:lnTo>
                  <a:lnTo>
                    <a:pt x="59055" y="1397"/>
                  </a:lnTo>
                  <a:lnTo>
                    <a:pt x="21462" y="21971"/>
                  </a:lnTo>
                  <a:lnTo>
                    <a:pt x="1397" y="60071"/>
                  </a:lnTo>
                  <a:lnTo>
                    <a:pt x="0" y="74675"/>
                  </a:lnTo>
                  <a:lnTo>
                    <a:pt x="0" y="2182749"/>
                  </a:lnTo>
                  <a:lnTo>
                    <a:pt x="12318" y="2224151"/>
                  </a:lnTo>
                  <a:lnTo>
                    <a:pt x="45338" y="2251710"/>
                  </a:lnTo>
                  <a:lnTo>
                    <a:pt x="73406" y="2257425"/>
                  </a:lnTo>
                  <a:lnTo>
                    <a:pt x="12080494" y="2257425"/>
                  </a:lnTo>
                  <a:lnTo>
                    <a:pt x="12121261" y="2244852"/>
                  </a:lnTo>
                  <a:lnTo>
                    <a:pt x="12148312" y="2211324"/>
                  </a:lnTo>
                  <a:lnTo>
                    <a:pt x="12153900" y="2182749"/>
                  </a:lnTo>
                  <a:lnTo>
                    <a:pt x="12153900" y="74675"/>
                  </a:lnTo>
                  <a:lnTo>
                    <a:pt x="12148058" y="45593"/>
                  </a:lnTo>
                  <a:lnTo>
                    <a:pt x="12132310" y="21844"/>
                  </a:lnTo>
                  <a:lnTo>
                    <a:pt x="12109069" y="5842"/>
                  </a:lnTo>
                  <a:lnTo>
                    <a:pt x="12080494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781175" y="2600325"/>
              <a:ext cx="12153900" cy="2238375"/>
            </a:xfrm>
            <a:custGeom>
              <a:avLst/>
              <a:gdLst/>
              <a:ahLst/>
              <a:cxnLst/>
              <a:rect l="l" t="t" r="r" b="b"/>
              <a:pathLst>
                <a:path w="12153900" h="2238375">
                  <a:moveTo>
                    <a:pt x="73406" y="0"/>
                  </a:moveTo>
                  <a:lnTo>
                    <a:pt x="12080494" y="0"/>
                  </a:lnTo>
                  <a:lnTo>
                    <a:pt x="12109069" y="5842"/>
                  </a:lnTo>
                  <a:lnTo>
                    <a:pt x="12132310" y="21717"/>
                  </a:lnTo>
                  <a:lnTo>
                    <a:pt x="12148058" y="45211"/>
                  </a:lnTo>
                  <a:lnTo>
                    <a:pt x="12153900" y="74041"/>
                  </a:lnTo>
                  <a:lnTo>
                    <a:pt x="12153900" y="2164334"/>
                  </a:lnTo>
                  <a:lnTo>
                    <a:pt x="12141581" y="2205354"/>
                  </a:lnTo>
                  <a:lnTo>
                    <a:pt x="12108561" y="2232660"/>
                  </a:lnTo>
                  <a:lnTo>
                    <a:pt x="12080494" y="2238375"/>
                  </a:lnTo>
                  <a:lnTo>
                    <a:pt x="73406" y="2238375"/>
                  </a:lnTo>
                  <a:lnTo>
                    <a:pt x="32638" y="2225929"/>
                  </a:lnTo>
                  <a:lnTo>
                    <a:pt x="5587" y="2192654"/>
                  </a:lnTo>
                  <a:lnTo>
                    <a:pt x="0" y="2164334"/>
                  </a:lnTo>
                  <a:lnTo>
                    <a:pt x="0" y="74041"/>
                  </a:lnTo>
                  <a:lnTo>
                    <a:pt x="12318" y="33020"/>
                  </a:lnTo>
                  <a:lnTo>
                    <a:pt x="45338" y="5715"/>
                  </a:lnTo>
                  <a:lnTo>
                    <a:pt x="73406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169160" y="2997834"/>
            <a:ext cx="11565890" cy="96329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solidFill>
                  <a:srgbClr val="171D2B"/>
                </a:solidFill>
                <a:latin typeface="Times New Roman"/>
                <a:cs typeface="Times New Roman"/>
              </a:rPr>
              <a:t>Bước</a:t>
            </a:r>
            <a:r>
              <a:rPr dirty="0" sz="2000" spc="80" b="1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71D2B"/>
                </a:solidFill>
                <a:latin typeface="Times New Roman"/>
                <a:cs typeface="Times New Roman"/>
              </a:rPr>
              <a:t>7</a:t>
            </a:r>
            <a:r>
              <a:rPr dirty="0" sz="2000" spc="100" b="1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–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Kiểm</a:t>
            </a:r>
            <a:r>
              <a:rPr dirty="0" sz="200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tra</a:t>
            </a:r>
            <a:r>
              <a:rPr dirty="0" sz="200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mã</a:t>
            </a:r>
            <a:r>
              <a:rPr dirty="0" sz="200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băm:</a:t>
            </a:r>
            <a:endParaRPr sz="2000">
              <a:latin typeface="Times New Roman"/>
              <a:cs typeface="Times New Roman"/>
            </a:endParaRPr>
          </a:p>
          <a:p>
            <a:pPr marL="1384935">
              <a:lnSpc>
                <a:spcPct val="100000"/>
              </a:lnSpc>
              <a:spcBef>
                <a:spcPts val="75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Sau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khi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toàn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bộ chunk</a:t>
            </a:r>
            <a:r>
              <a:rPr dirty="0" sz="20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được</a:t>
            </a:r>
            <a:r>
              <a:rPr dirty="0" sz="20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gửi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thành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công, Client</a:t>
            </a:r>
            <a:r>
              <a:rPr dirty="0" sz="200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gửi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lệnh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MULTIPART_FINALIZE.</a:t>
            </a:r>
            <a:endParaRPr sz="2000">
              <a:latin typeface="Times New Roman"/>
              <a:cs typeface="Times New Roman"/>
            </a:endParaRPr>
          </a:p>
          <a:p>
            <a:pPr marL="1384935">
              <a:lnSpc>
                <a:spcPct val="100000"/>
              </a:lnSpc>
              <a:spcBef>
                <a:spcPts val="75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tính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SHA-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256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của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đã</a:t>
            </a:r>
            <a:r>
              <a:rPr dirty="0" sz="200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nhận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so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khớp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với hash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ban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đầu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do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gửi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khi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khởi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tạo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phiên.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028700" y="3657599"/>
            <a:ext cx="590550" cy="228600"/>
          </a:xfrm>
          <a:custGeom>
            <a:avLst/>
            <a:gdLst/>
            <a:ahLst/>
            <a:cxnLst/>
            <a:rect l="l" t="t" r="r" b="b"/>
            <a:pathLst>
              <a:path w="590550" h="228600">
                <a:moveTo>
                  <a:pt x="12534" y="102806"/>
                </a:moveTo>
                <a:lnTo>
                  <a:pt x="0" y="102806"/>
                </a:lnTo>
                <a:lnTo>
                  <a:pt x="0" y="115951"/>
                </a:lnTo>
                <a:lnTo>
                  <a:pt x="12534" y="115951"/>
                </a:lnTo>
                <a:lnTo>
                  <a:pt x="12534" y="102806"/>
                </a:lnTo>
                <a:close/>
              </a:path>
              <a:path w="590550" h="228600">
                <a:moveTo>
                  <a:pt x="46774" y="128625"/>
                </a:moveTo>
                <a:lnTo>
                  <a:pt x="32981" y="128625"/>
                </a:lnTo>
                <a:lnTo>
                  <a:pt x="32981" y="140843"/>
                </a:lnTo>
                <a:lnTo>
                  <a:pt x="46774" y="140843"/>
                </a:lnTo>
                <a:lnTo>
                  <a:pt x="46774" y="128625"/>
                </a:lnTo>
                <a:close/>
              </a:path>
              <a:path w="590550" h="228600">
                <a:moveTo>
                  <a:pt x="52120" y="101904"/>
                </a:moveTo>
                <a:lnTo>
                  <a:pt x="24739" y="101904"/>
                </a:lnTo>
                <a:lnTo>
                  <a:pt x="24739" y="115062"/>
                </a:lnTo>
                <a:lnTo>
                  <a:pt x="52120" y="115062"/>
                </a:lnTo>
                <a:lnTo>
                  <a:pt x="52120" y="101904"/>
                </a:lnTo>
                <a:close/>
              </a:path>
              <a:path w="590550" h="228600">
                <a:moveTo>
                  <a:pt x="82778" y="128625"/>
                </a:moveTo>
                <a:lnTo>
                  <a:pt x="61988" y="128625"/>
                </a:lnTo>
                <a:lnTo>
                  <a:pt x="61988" y="140843"/>
                </a:lnTo>
                <a:lnTo>
                  <a:pt x="82778" y="140843"/>
                </a:lnTo>
                <a:lnTo>
                  <a:pt x="82778" y="128625"/>
                </a:lnTo>
                <a:close/>
              </a:path>
              <a:path w="590550" h="228600">
                <a:moveTo>
                  <a:pt x="107975" y="79565"/>
                </a:moveTo>
                <a:lnTo>
                  <a:pt x="90487" y="79565"/>
                </a:lnTo>
                <a:lnTo>
                  <a:pt x="90487" y="92710"/>
                </a:lnTo>
                <a:lnTo>
                  <a:pt x="107975" y="92710"/>
                </a:lnTo>
                <a:lnTo>
                  <a:pt x="107975" y="79565"/>
                </a:lnTo>
                <a:close/>
              </a:path>
              <a:path w="590550" h="228600">
                <a:moveTo>
                  <a:pt x="124853" y="103060"/>
                </a:moveTo>
                <a:lnTo>
                  <a:pt x="70408" y="103060"/>
                </a:lnTo>
                <a:lnTo>
                  <a:pt x="70408" y="116205"/>
                </a:lnTo>
                <a:lnTo>
                  <a:pt x="124853" y="116205"/>
                </a:lnTo>
                <a:lnTo>
                  <a:pt x="124853" y="103060"/>
                </a:lnTo>
                <a:close/>
              </a:path>
              <a:path w="590550" h="228600">
                <a:moveTo>
                  <a:pt x="128041" y="154533"/>
                </a:moveTo>
                <a:lnTo>
                  <a:pt x="114249" y="154533"/>
                </a:lnTo>
                <a:lnTo>
                  <a:pt x="114249" y="166751"/>
                </a:lnTo>
                <a:lnTo>
                  <a:pt x="128041" y="166751"/>
                </a:lnTo>
                <a:lnTo>
                  <a:pt x="128041" y="154533"/>
                </a:lnTo>
                <a:close/>
              </a:path>
              <a:path w="590550" h="228600">
                <a:moveTo>
                  <a:pt x="151904" y="128625"/>
                </a:moveTo>
                <a:lnTo>
                  <a:pt x="93052" y="128625"/>
                </a:lnTo>
                <a:lnTo>
                  <a:pt x="93052" y="140843"/>
                </a:lnTo>
                <a:lnTo>
                  <a:pt x="151904" y="140843"/>
                </a:lnTo>
                <a:lnTo>
                  <a:pt x="151904" y="128625"/>
                </a:lnTo>
                <a:close/>
              </a:path>
              <a:path w="590550" h="228600">
                <a:moveTo>
                  <a:pt x="202514" y="154533"/>
                </a:moveTo>
                <a:lnTo>
                  <a:pt x="145935" y="154533"/>
                </a:lnTo>
                <a:lnTo>
                  <a:pt x="145935" y="166751"/>
                </a:lnTo>
                <a:lnTo>
                  <a:pt x="202514" y="166751"/>
                </a:lnTo>
                <a:lnTo>
                  <a:pt x="202514" y="154533"/>
                </a:lnTo>
                <a:close/>
              </a:path>
              <a:path w="590550" h="228600">
                <a:moveTo>
                  <a:pt x="210642" y="54546"/>
                </a:moveTo>
                <a:lnTo>
                  <a:pt x="173393" y="54546"/>
                </a:lnTo>
                <a:lnTo>
                  <a:pt x="173393" y="67703"/>
                </a:lnTo>
                <a:lnTo>
                  <a:pt x="210642" y="67703"/>
                </a:lnTo>
                <a:lnTo>
                  <a:pt x="210642" y="54546"/>
                </a:lnTo>
                <a:close/>
              </a:path>
              <a:path w="590550" h="228600">
                <a:moveTo>
                  <a:pt x="224015" y="79565"/>
                </a:moveTo>
                <a:lnTo>
                  <a:pt x="120319" y="79565"/>
                </a:lnTo>
                <a:lnTo>
                  <a:pt x="120319" y="92710"/>
                </a:lnTo>
                <a:lnTo>
                  <a:pt x="224015" y="92710"/>
                </a:lnTo>
                <a:lnTo>
                  <a:pt x="224015" y="79565"/>
                </a:lnTo>
                <a:close/>
              </a:path>
              <a:path w="590550" h="228600">
                <a:moveTo>
                  <a:pt x="261137" y="128625"/>
                </a:moveTo>
                <a:lnTo>
                  <a:pt x="171437" y="128625"/>
                </a:lnTo>
                <a:lnTo>
                  <a:pt x="171437" y="140843"/>
                </a:lnTo>
                <a:lnTo>
                  <a:pt x="261137" y="140843"/>
                </a:lnTo>
                <a:lnTo>
                  <a:pt x="261137" y="128625"/>
                </a:lnTo>
                <a:close/>
              </a:path>
              <a:path w="590550" h="228600">
                <a:moveTo>
                  <a:pt x="276059" y="54546"/>
                </a:moveTo>
                <a:lnTo>
                  <a:pt x="221132" y="54546"/>
                </a:lnTo>
                <a:lnTo>
                  <a:pt x="221132" y="67703"/>
                </a:lnTo>
                <a:lnTo>
                  <a:pt x="276059" y="67703"/>
                </a:lnTo>
                <a:lnTo>
                  <a:pt x="276059" y="54546"/>
                </a:lnTo>
                <a:close/>
              </a:path>
              <a:path w="590550" h="228600">
                <a:moveTo>
                  <a:pt x="308457" y="154533"/>
                </a:moveTo>
                <a:lnTo>
                  <a:pt x="219379" y="154533"/>
                </a:lnTo>
                <a:lnTo>
                  <a:pt x="219379" y="166751"/>
                </a:lnTo>
                <a:lnTo>
                  <a:pt x="308457" y="166751"/>
                </a:lnTo>
                <a:lnTo>
                  <a:pt x="308457" y="154533"/>
                </a:lnTo>
                <a:close/>
              </a:path>
              <a:path w="590550" h="228600">
                <a:moveTo>
                  <a:pt x="336270" y="54546"/>
                </a:moveTo>
                <a:lnTo>
                  <a:pt x="292862" y="54546"/>
                </a:lnTo>
                <a:lnTo>
                  <a:pt x="292862" y="67703"/>
                </a:lnTo>
                <a:lnTo>
                  <a:pt x="336270" y="67703"/>
                </a:lnTo>
                <a:lnTo>
                  <a:pt x="336270" y="54546"/>
                </a:lnTo>
                <a:close/>
              </a:path>
              <a:path w="590550" h="228600">
                <a:moveTo>
                  <a:pt x="590169" y="108712"/>
                </a:moveTo>
                <a:lnTo>
                  <a:pt x="459232" y="0"/>
                </a:lnTo>
                <a:lnTo>
                  <a:pt x="457454" y="53721"/>
                </a:lnTo>
                <a:lnTo>
                  <a:pt x="346964" y="54356"/>
                </a:lnTo>
                <a:lnTo>
                  <a:pt x="346964" y="67703"/>
                </a:lnTo>
                <a:lnTo>
                  <a:pt x="382270" y="67703"/>
                </a:lnTo>
                <a:lnTo>
                  <a:pt x="384429" y="69850"/>
                </a:lnTo>
                <a:lnTo>
                  <a:pt x="384429" y="77597"/>
                </a:lnTo>
                <a:lnTo>
                  <a:pt x="382270" y="79756"/>
                </a:lnTo>
                <a:lnTo>
                  <a:pt x="346964" y="79756"/>
                </a:lnTo>
                <a:lnTo>
                  <a:pt x="346964" y="80010"/>
                </a:lnTo>
                <a:lnTo>
                  <a:pt x="243586" y="80010"/>
                </a:lnTo>
                <a:lnTo>
                  <a:pt x="243586" y="93230"/>
                </a:lnTo>
                <a:lnTo>
                  <a:pt x="396621" y="93345"/>
                </a:lnTo>
                <a:lnTo>
                  <a:pt x="398653" y="95504"/>
                </a:lnTo>
                <a:lnTo>
                  <a:pt x="398653" y="103378"/>
                </a:lnTo>
                <a:lnTo>
                  <a:pt x="396621" y="105537"/>
                </a:lnTo>
                <a:lnTo>
                  <a:pt x="147383" y="105410"/>
                </a:lnTo>
                <a:lnTo>
                  <a:pt x="147383" y="116586"/>
                </a:lnTo>
                <a:lnTo>
                  <a:pt x="423926" y="116459"/>
                </a:lnTo>
                <a:lnTo>
                  <a:pt x="426085" y="118630"/>
                </a:lnTo>
                <a:lnTo>
                  <a:pt x="426085" y="126377"/>
                </a:lnTo>
                <a:lnTo>
                  <a:pt x="423926" y="128524"/>
                </a:lnTo>
                <a:lnTo>
                  <a:pt x="276987" y="128651"/>
                </a:lnTo>
                <a:lnTo>
                  <a:pt x="276987" y="140843"/>
                </a:lnTo>
                <a:lnTo>
                  <a:pt x="375666" y="140970"/>
                </a:lnTo>
                <a:lnTo>
                  <a:pt x="377698" y="143129"/>
                </a:lnTo>
                <a:lnTo>
                  <a:pt x="377698" y="151003"/>
                </a:lnTo>
                <a:lnTo>
                  <a:pt x="375666" y="153035"/>
                </a:lnTo>
                <a:lnTo>
                  <a:pt x="318770" y="153162"/>
                </a:lnTo>
                <a:lnTo>
                  <a:pt x="318770" y="166751"/>
                </a:lnTo>
                <a:lnTo>
                  <a:pt x="347345" y="166751"/>
                </a:lnTo>
                <a:lnTo>
                  <a:pt x="456819" y="167894"/>
                </a:lnTo>
                <a:lnTo>
                  <a:pt x="456311" y="228092"/>
                </a:lnTo>
                <a:lnTo>
                  <a:pt x="590169" y="108712"/>
                </a:lnTo>
                <a:close/>
              </a:path>
            </a:pathLst>
          </a:custGeom>
          <a:solidFill>
            <a:srgbClr val="171D2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781175" y="5086350"/>
            <a:ext cx="11877675" cy="2190750"/>
            <a:chOff x="1781175" y="5086350"/>
            <a:chExt cx="11877675" cy="2190750"/>
          </a:xfrm>
        </p:grpSpPr>
        <p:sp>
          <p:nvSpPr>
            <p:cNvPr id="10" name="object 10" descr=""/>
            <p:cNvSpPr/>
            <p:nvPr/>
          </p:nvSpPr>
          <p:spPr>
            <a:xfrm>
              <a:off x="1790700" y="5095875"/>
              <a:ext cx="11858625" cy="2171700"/>
            </a:xfrm>
            <a:custGeom>
              <a:avLst/>
              <a:gdLst/>
              <a:ahLst/>
              <a:cxnLst/>
              <a:rect l="l" t="t" r="r" b="b"/>
              <a:pathLst>
                <a:path w="11858625" h="2171700">
                  <a:moveTo>
                    <a:pt x="11786996" y="0"/>
                  </a:moveTo>
                  <a:lnTo>
                    <a:pt x="71627" y="0"/>
                  </a:lnTo>
                  <a:lnTo>
                    <a:pt x="57657" y="1397"/>
                  </a:lnTo>
                  <a:lnTo>
                    <a:pt x="20955" y="21082"/>
                  </a:lnTo>
                  <a:lnTo>
                    <a:pt x="1397" y="57785"/>
                  </a:lnTo>
                  <a:lnTo>
                    <a:pt x="0" y="71882"/>
                  </a:lnTo>
                  <a:lnTo>
                    <a:pt x="0" y="2099818"/>
                  </a:lnTo>
                  <a:lnTo>
                    <a:pt x="11937" y="2139696"/>
                  </a:lnTo>
                  <a:lnTo>
                    <a:pt x="44195" y="2166239"/>
                  </a:lnTo>
                  <a:lnTo>
                    <a:pt x="71627" y="2171700"/>
                  </a:lnTo>
                  <a:lnTo>
                    <a:pt x="11786996" y="2171700"/>
                  </a:lnTo>
                  <a:lnTo>
                    <a:pt x="11826748" y="2159635"/>
                  </a:lnTo>
                  <a:lnTo>
                    <a:pt x="11853164" y="2127250"/>
                  </a:lnTo>
                  <a:lnTo>
                    <a:pt x="11858625" y="2099818"/>
                  </a:lnTo>
                  <a:lnTo>
                    <a:pt x="11858625" y="71882"/>
                  </a:lnTo>
                  <a:lnTo>
                    <a:pt x="11853037" y="43941"/>
                  </a:lnTo>
                  <a:lnTo>
                    <a:pt x="11837669" y="21082"/>
                  </a:lnTo>
                  <a:lnTo>
                    <a:pt x="11814810" y="5587"/>
                  </a:lnTo>
                  <a:lnTo>
                    <a:pt x="11786996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790700" y="5095875"/>
              <a:ext cx="11858625" cy="2171700"/>
            </a:xfrm>
            <a:custGeom>
              <a:avLst/>
              <a:gdLst/>
              <a:ahLst/>
              <a:cxnLst/>
              <a:rect l="l" t="t" r="r" b="b"/>
              <a:pathLst>
                <a:path w="11858625" h="2171700">
                  <a:moveTo>
                    <a:pt x="71627" y="0"/>
                  </a:moveTo>
                  <a:lnTo>
                    <a:pt x="11786996" y="0"/>
                  </a:lnTo>
                  <a:lnTo>
                    <a:pt x="11814810" y="5587"/>
                  </a:lnTo>
                  <a:lnTo>
                    <a:pt x="11837669" y="21082"/>
                  </a:lnTo>
                  <a:lnTo>
                    <a:pt x="11853037" y="43941"/>
                  </a:lnTo>
                  <a:lnTo>
                    <a:pt x="11858625" y="71882"/>
                  </a:lnTo>
                  <a:lnTo>
                    <a:pt x="11858625" y="2099818"/>
                  </a:lnTo>
                  <a:lnTo>
                    <a:pt x="11846560" y="2139696"/>
                  </a:lnTo>
                  <a:lnTo>
                    <a:pt x="11814429" y="2166239"/>
                  </a:lnTo>
                  <a:lnTo>
                    <a:pt x="11786996" y="2171700"/>
                  </a:lnTo>
                  <a:lnTo>
                    <a:pt x="71627" y="2171700"/>
                  </a:lnTo>
                  <a:lnTo>
                    <a:pt x="31876" y="2159635"/>
                  </a:lnTo>
                  <a:lnTo>
                    <a:pt x="5461" y="2127250"/>
                  </a:lnTo>
                  <a:lnTo>
                    <a:pt x="0" y="2099818"/>
                  </a:lnTo>
                  <a:lnTo>
                    <a:pt x="0" y="71882"/>
                  </a:lnTo>
                  <a:lnTo>
                    <a:pt x="11937" y="32003"/>
                  </a:lnTo>
                  <a:lnTo>
                    <a:pt x="44195" y="5461"/>
                  </a:lnTo>
                  <a:lnTo>
                    <a:pt x="71627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169160" y="5428996"/>
            <a:ext cx="8930640" cy="12687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solidFill>
                  <a:srgbClr val="171D2B"/>
                </a:solidFill>
                <a:latin typeface="Times New Roman"/>
                <a:cs typeface="Times New Roman"/>
              </a:rPr>
              <a:t>Bước</a:t>
            </a:r>
            <a:r>
              <a:rPr dirty="0" sz="2000" spc="105" b="1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171D2B"/>
                </a:solidFill>
                <a:latin typeface="Times New Roman"/>
                <a:cs typeface="Times New Roman"/>
              </a:rPr>
              <a:t>8</a:t>
            </a:r>
            <a:r>
              <a:rPr dirty="0" sz="2000" spc="125" b="1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–</a:t>
            </a:r>
            <a:r>
              <a:rPr dirty="0" sz="2000" spc="1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Hoàn</a:t>
            </a:r>
            <a:r>
              <a:rPr dirty="0" sz="2000" spc="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tất</a:t>
            </a:r>
            <a:r>
              <a:rPr dirty="0" sz="2000" spc="1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phiên</a:t>
            </a:r>
            <a:r>
              <a:rPr dirty="0" sz="2000" spc="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truyền:</a:t>
            </a:r>
            <a:endParaRPr sz="2000">
              <a:latin typeface="Times New Roman"/>
              <a:cs typeface="Times New Roman"/>
            </a:endParaRPr>
          </a:p>
          <a:p>
            <a:pPr marL="1384935">
              <a:lnSpc>
                <a:spcPct val="100000"/>
              </a:lnSpc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Nếu</a:t>
            </a:r>
            <a:r>
              <a:rPr dirty="0" sz="20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checksum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khớp,</a:t>
            </a:r>
            <a:r>
              <a:rPr dirty="0" sz="200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0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trả</a:t>
            </a:r>
            <a:r>
              <a:rPr dirty="0" sz="20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trạng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thái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xác</a:t>
            </a:r>
            <a:r>
              <a:rPr dirty="0" sz="20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minh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thành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công.</a:t>
            </a:r>
            <a:endParaRPr sz="2000">
              <a:latin typeface="Times New Roman"/>
              <a:cs typeface="Times New Roman"/>
            </a:endParaRPr>
          </a:p>
          <a:p>
            <a:pPr marL="1384935">
              <a:lnSpc>
                <a:spcPct val="100000"/>
              </a:lnSpc>
              <a:spcBef>
                <a:spcPts val="75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cập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nhật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giao</a:t>
            </a:r>
            <a:r>
              <a:rPr dirty="0" sz="20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diện,</a:t>
            </a:r>
            <a:r>
              <a:rPr dirty="0" sz="20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ghi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lịch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sử</a:t>
            </a:r>
            <a:r>
              <a:rPr dirty="0" sz="200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upload cục</a:t>
            </a:r>
            <a:r>
              <a:rPr dirty="0" sz="200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bộ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00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đóng</a:t>
            </a:r>
            <a:r>
              <a:rPr dirty="0" sz="20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socket.</a:t>
            </a:r>
            <a:endParaRPr sz="2000">
              <a:latin typeface="Times New Roman"/>
              <a:cs typeface="Times New Roman"/>
            </a:endParaRPr>
          </a:p>
          <a:p>
            <a:pPr marL="1384935">
              <a:lnSpc>
                <a:spcPct val="100000"/>
              </a:lnSpc>
              <a:spcBef>
                <a:spcPts val="80"/>
              </a:spcBef>
            </a:pP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Nếu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có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cấu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hình</a:t>
            </a:r>
            <a:r>
              <a:rPr dirty="0" sz="20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SQL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Server,</a:t>
            </a:r>
            <a:r>
              <a:rPr dirty="0" sz="200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thông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tin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file/log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có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thể</a:t>
            </a:r>
            <a:r>
              <a:rPr dirty="0" sz="20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được</a:t>
            </a:r>
            <a:r>
              <a:rPr dirty="0" sz="20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đồng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71D2B"/>
                </a:solidFill>
                <a:latin typeface="Times New Roman"/>
                <a:cs typeface="Times New Roman"/>
              </a:rPr>
              <a:t>bộ</a:t>
            </a:r>
            <a:r>
              <a:rPr dirty="0" sz="20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71D2B"/>
                </a:solidFill>
                <a:latin typeface="Times New Roman"/>
                <a:cs typeface="Times New Roman"/>
              </a:rPr>
              <a:t>thêm.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028700" y="6086474"/>
            <a:ext cx="590550" cy="228600"/>
          </a:xfrm>
          <a:custGeom>
            <a:avLst/>
            <a:gdLst/>
            <a:ahLst/>
            <a:cxnLst/>
            <a:rect l="l" t="t" r="r" b="b"/>
            <a:pathLst>
              <a:path w="590550" h="228600">
                <a:moveTo>
                  <a:pt x="12534" y="102806"/>
                </a:moveTo>
                <a:lnTo>
                  <a:pt x="0" y="102806"/>
                </a:lnTo>
                <a:lnTo>
                  <a:pt x="0" y="115951"/>
                </a:lnTo>
                <a:lnTo>
                  <a:pt x="12534" y="115951"/>
                </a:lnTo>
                <a:lnTo>
                  <a:pt x="12534" y="102806"/>
                </a:lnTo>
                <a:close/>
              </a:path>
              <a:path w="590550" h="228600">
                <a:moveTo>
                  <a:pt x="46774" y="128625"/>
                </a:moveTo>
                <a:lnTo>
                  <a:pt x="32981" y="128625"/>
                </a:lnTo>
                <a:lnTo>
                  <a:pt x="32981" y="140843"/>
                </a:lnTo>
                <a:lnTo>
                  <a:pt x="46774" y="140843"/>
                </a:lnTo>
                <a:lnTo>
                  <a:pt x="46774" y="128625"/>
                </a:lnTo>
                <a:close/>
              </a:path>
              <a:path w="590550" h="228600">
                <a:moveTo>
                  <a:pt x="52120" y="101904"/>
                </a:moveTo>
                <a:lnTo>
                  <a:pt x="24739" y="101904"/>
                </a:lnTo>
                <a:lnTo>
                  <a:pt x="24739" y="115062"/>
                </a:lnTo>
                <a:lnTo>
                  <a:pt x="52120" y="115062"/>
                </a:lnTo>
                <a:lnTo>
                  <a:pt x="52120" y="101904"/>
                </a:lnTo>
                <a:close/>
              </a:path>
              <a:path w="590550" h="228600">
                <a:moveTo>
                  <a:pt x="82778" y="128625"/>
                </a:moveTo>
                <a:lnTo>
                  <a:pt x="61988" y="128625"/>
                </a:lnTo>
                <a:lnTo>
                  <a:pt x="61988" y="140843"/>
                </a:lnTo>
                <a:lnTo>
                  <a:pt x="82778" y="140843"/>
                </a:lnTo>
                <a:lnTo>
                  <a:pt x="82778" y="128625"/>
                </a:lnTo>
                <a:close/>
              </a:path>
              <a:path w="590550" h="228600">
                <a:moveTo>
                  <a:pt x="107975" y="79565"/>
                </a:moveTo>
                <a:lnTo>
                  <a:pt x="90487" y="79565"/>
                </a:lnTo>
                <a:lnTo>
                  <a:pt x="90487" y="92710"/>
                </a:lnTo>
                <a:lnTo>
                  <a:pt x="107975" y="92710"/>
                </a:lnTo>
                <a:lnTo>
                  <a:pt x="107975" y="79565"/>
                </a:lnTo>
                <a:close/>
              </a:path>
              <a:path w="590550" h="228600">
                <a:moveTo>
                  <a:pt x="124853" y="103047"/>
                </a:moveTo>
                <a:lnTo>
                  <a:pt x="70408" y="103047"/>
                </a:lnTo>
                <a:lnTo>
                  <a:pt x="70408" y="116205"/>
                </a:lnTo>
                <a:lnTo>
                  <a:pt x="124853" y="116205"/>
                </a:lnTo>
                <a:lnTo>
                  <a:pt x="124853" y="103047"/>
                </a:lnTo>
                <a:close/>
              </a:path>
              <a:path w="590550" h="228600">
                <a:moveTo>
                  <a:pt x="128041" y="154533"/>
                </a:moveTo>
                <a:lnTo>
                  <a:pt x="114249" y="154533"/>
                </a:lnTo>
                <a:lnTo>
                  <a:pt x="114249" y="166751"/>
                </a:lnTo>
                <a:lnTo>
                  <a:pt x="128041" y="166751"/>
                </a:lnTo>
                <a:lnTo>
                  <a:pt x="128041" y="154533"/>
                </a:lnTo>
                <a:close/>
              </a:path>
              <a:path w="590550" h="228600">
                <a:moveTo>
                  <a:pt x="151904" y="128625"/>
                </a:moveTo>
                <a:lnTo>
                  <a:pt x="93052" y="128625"/>
                </a:lnTo>
                <a:lnTo>
                  <a:pt x="93052" y="140843"/>
                </a:lnTo>
                <a:lnTo>
                  <a:pt x="151904" y="140843"/>
                </a:lnTo>
                <a:lnTo>
                  <a:pt x="151904" y="128625"/>
                </a:lnTo>
                <a:close/>
              </a:path>
              <a:path w="590550" h="228600">
                <a:moveTo>
                  <a:pt x="202514" y="154533"/>
                </a:moveTo>
                <a:lnTo>
                  <a:pt x="145935" y="154533"/>
                </a:lnTo>
                <a:lnTo>
                  <a:pt x="145935" y="166751"/>
                </a:lnTo>
                <a:lnTo>
                  <a:pt x="202514" y="166751"/>
                </a:lnTo>
                <a:lnTo>
                  <a:pt x="202514" y="154533"/>
                </a:lnTo>
                <a:close/>
              </a:path>
              <a:path w="590550" h="228600">
                <a:moveTo>
                  <a:pt x="210642" y="54533"/>
                </a:moveTo>
                <a:lnTo>
                  <a:pt x="173393" y="54533"/>
                </a:lnTo>
                <a:lnTo>
                  <a:pt x="173393" y="67691"/>
                </a:lnTo>
                <a:lnTo>
                  <a:pt x="210642" y="67691"/>
                </a:lnTo>
                <a:lnTo>
                  <a:pt x="210642" y="54533"/>
                </a:lnTo>
                <a:close/>
              </a:path>
              <a:path w="590550" h="228600">
                <a:moveTo>
                  <a:pt x="224015" y="79565"/>
                </a:moveTo>
                <a:lnTo>
                  <a:pt x="120319" y="79565"/>
                </a:lnTo>
                <a:lnTo>
                  <a:pt x="120319" y="92710"/>
                </a:lnTo>
                <a:lnTo>
                  <a:pt x="224015" y="92710"/>
                </a:lnTo>
                <a:lnTo>
                  <a:pt x="224015" y="79565"/>
                </a:lnTo>
                <a:close/>
              </a:path>
              <a:path w="590550" h="228600">
                <a:moveTo>
                  <a:pt x="261137" y="128625"/>
                </a:moveTo>
                <a:lnTo>
                  <a:pt x="171437" y="128625"/>
                </a:lnTo>
                <a:lnTo>
                  <a:pt x="171437" y="140843"/>
                </a:lnTo>
                <a:lnTo>
                  <a:pt x="261137" y="140843"/>
                </a:lnTo>
                <a:lnTo>
                  <a:pt x="261137" y="128625"/>
                </a:lnTo>
                <a:close/>
              </a:path>
              <a:path w="590550" h="228600">
                <a:moveTo>
                  <a:pt x="276059" y="54533"/>
                </a:moveTo>
                <a:lnTo>
                  <a:pt x="221132" y="54533"/>
                </a:lnTo>
                <a:lnTo>
                  <a:pt x="221132" y="67691"/>
                </a:lnTo>
                <a:lnTo>
                  <a:pt x="276059" y="67691"/>
                </a:lnTo>
                <a:lnTo>
                  <a:pt x="276059" y="54533"/>
                </a:lnTo>
                <a:close/>
              </a:path>
              <a:path w="590550" h="228600">
                <a:moveTo>
                  <a:pt x="308457" y="154533"/>
                </a:moveTo>
                <a:lnTo>
                  <a:pt x="219379" y="154533"/>
                </a:lnTo>
                <a:lnTo>
                  <a:pt x="219379" y="166751"/>
                </a:lnTo>
                <a:lnTo>
                  <a:pt x="308457" y="166751"/>
                </a:lnTo>
                <a:lnTo>
                  <a:pt x="308457" y="154533"/>
                </a:lnTo>
                <a:close/>
              </a:path>
              <a:path w="590550" h="228600">
                <a:moveTo>
                  <a:pt x="336270" y="54533"/>
                </a:moveTo>
                <a:lnTo>
                  <a:pt x="292862" y="54533"/>
                </a:lnTo>
                <a:lnTo>
                  <a:pt x="292862" y="67691"/>
                </a:lnTo>
                <a:lnTo>
                  <a:pt x="336270" y="67691"/>
                </a:lnTo>
                <a:lnTo>
                  <a:pt x="336270" y="54533"/>
                </a:lnTo>
                <a:close/>
              </a:path>
              <a:path w="590550" h="228600">
                <a:moveTo>
                  <a:pt x="590169" y="108712"/>
                </a:moveTo>
                <a:lnTo>
                  <a:pt x="459232" y="0"/>
                </a:lnTo>
                <a:lnTo>
                  <a:pt x="457454" y="53721"/>
                </a:lnTo>
                <a:lnTo>
                  <a:pt x="346964" y="54356"/>
                </a:lnTo>
                <a:lnTo>
                  <a:pt x="346964" y="67691"/>
                </a:lnTo>
                <a:lnTo>
                  <a:pt x="382270" y="67691"/>
                </a:lnTo>
                <a:lnTo>
                  <a:pt x="384429" y="69850"/>
                </a:lnTo>
                <a:lnTo>
                  <a:pt x="384429" y="77597"/>
                </a:lnTo>
                <a:lnTo>
                  <a:pt x="382270" y="79756"/>
                </a:lnTo>
                <a:lnTo>
                  <a:pt x="346964" y="79756"/>
                </a:lnTo>
                <a:lnTo>
                  <a:pt x="346964" y="80010"/>
                </a:lnTo>
                <a:lnTo>
                  <a:pt x="243586" y="80010"/>
                </a:lnTo>
                <a:lnTo>
                  <a:pt x="243586" y="93218"/>
                </a:lnTo>
                <a:lnTo>
                  <a:pt x="396621" y="93345"/>
                </a:lnTo>
                <a:lnTo>
                  <a:pt x="398653" y="95504"/>
                </a:lnTo>
                <a:lnTo>
                  <a:pt x="398653" y="103378"/>
                </a:lnTo>
                <a:lnTo>
                  <a:pt x="396621" y="105537"/>
                </a:lnTo>
                <a:lnTo>
                  <a:pt x="147383" y="105410"/>
                </a:lnTo>
                <a:lnTo>
                  <a:pt x="147383" y="116586"/>
                </a:lnTo>
                <a:lnTo>
                  <a:pt x="423926" y="116459"/>
                </a:lnTo>
                <a:lnTo>
                  <a:pt x="426085" y="118618"/>
                </a:lnTo>
                <a:lnTo>
                  <a:pt x="426085" y="126365"/>
                </a:lnTo>
                <a:lnTo>
                  <a:pt x="423926" y="128524"/>
                </a:lnTo>
                <a:lnTo>
                  <a:pt x="276987" y="128651"/>
                </a:lnTo>
                <a:lnTo>
                  <a:pt x="276987" y="140843"/>
                </a:lnTo>
                <a:lnTo>
                  <a:pt x="375666" y="140970"/>
                </a:lnTo>
                <a:lnTo>
                  <a:pt x="377698" y="143129"/>
                </a:lnTo>
                <a:lnTo>
                  <a:pt x="377698" y="151003"/>
                </a:lnTo>
                <a:lnTo>
                  <a:pt x="375666" y="153035"/>
                </a:lnTo>
                <a:lnTo>
                  <a:pt x="318770" y="153162"/>
                </a:lnTo>
                <a:lnTo>
                  <a:pt x="318770" y="166751"/>
                </a:lnTo>
                <a:lnTo>
                  <a:pt x="347345" y="166751"/>
                </a:lnTo>
                <a:lnTo>
                  <a:pt x="456819" y="167894"/>
                </a:lnTo>
                <a:lnTo>
                  <a:pt x="456311" y="228092"/>
                </a:lnTo>
                <a:lnTo>
                  <a:pt x="590169" y="108712"/>
                </a:lnTo>
                <a:close/>
              </a:path>
            </a:pathLst>
          </a:custGeom>
          <a:solidFill>
            <a:srgbClr val="171D2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3925" y="8591550"/>
            <a:ext cx="904875" cy="77152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8700" y="733425"/>
            <a:ext cx="5448300" cy="111442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43675" y="733425"/>
            <a:ext cx="2590800" cy="1114425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946529" y="706691"/>
            <a:ext cx="7842250" cy="10210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32710" algn="l"/>
                <a:tab pos="4156710" algn="l"/>
                <a:tab pos="6753225" algn="l"/>
              </a:tabLst>
            </a:pPr>
            <a:r>
              <a:rPr dirty="0" sz="6500" spc="-50"/>
              <a:t>ồ</a:t>
            </a:r>
            <a:r>
              <a:rPr dirty="0" sz="6500"/>
              <a:t>	</a:t>
            </a:r>
            <a:r>
              <a:rPr dirty="0" sz="6500" spc="-50"/>
              <a:t>ạ</a:t>
            </a:r>
            <a:r>
              <a:rPr dirty="0" sz="6500"/>
              <a:t>	</a:t>
            </a:r>
            <a:r>
              <a:rPr dirty="0" sz="6500" spc="-50"/>
              <a:t>ộ</a:t>
            </a:r>
            <a:r>
              <a:rPr dirty="0" sz="6500"/>
              <a:t>	</a:t>
            </a:r>
            <a:r>
              <a:rPr dirty="0" sz="6500" spc="25"/>
              <a:t>ươ</a:t>
            </a:r>
            <a:endParaRPr sz="6500"/>
          </a:p>
        </p:txBody>
      </p:sp>
      <p:pic>
        <p:nvPicPr>
          <p:cNvPr id="18" name="object 1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63125" y="733425"/>
            <a:ext cx="3571875" cy="11144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2905125"/>
            <a:ext cx="8458200" cy="7381875"/>
            <a:chOff x="0" y="2905125"/>
            <a:chExt cx="8458200" cy="73818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581650"/>
              <a:ext cx="3790949" cy="470534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9174" y="2905125"/>
              <a:ext cx="7439025" cy="5514975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97300" y="8591550"/>
            <a:ext cx="819150" cy="771525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8734425" y="2428875"/>
            <a:ext cx="8896350" cy="2295525"/>
            <a:chOff x="8734425" y="2428875"/>
            <a:chExt cx="8896350" cy="2295525"/>
          </a:xfrm>
        </p:grpSpPr>
        <p:sp>
          <p:nvSpPr>
            <p:cNvPr id="7" name="object 7" descr=""/>
            <p:cNvSpPr/>
            <p:nvPr/>
          </p:nvSpPr>
          <p:spPr>
            <a:xfrm>
              <a:off x="8743950" y="2438400"/>
              <a:ext cx="8877300" cy="2276475"/>
            </a:xfrm>
            <a:custGeom>
              <a:avLst/>
              <a:gdLst/>
              <a:ahLst/>
              <a:cxnLst/>
              <a:rect l="l" t="t" r="r" b="b"/>
              <a:pathLst>
                <a:path w="8877300" h="2276475">
                  <a:moveTo>
                    <a:pt x="8781288" y="0"/>
                  </a:moveTo>
                  <a:lnTo>
                    <a:pt x="96011" y="0"/>
                  </a:lnTo>
                  <a:lnTo>
                    <a:pt x="77216" y="1904"/>
                  </a:lnTo>
                  <a:lnTo>
                    <a:pt x="28067" y="28067"/>
                  </a:lnTo>
                  <a:lnTo>
                    <a:pt x="1904" y="76961"/>
                  </a:lnTo>
                  <a:lnTo>
                    <a:pt x="0" y="95757"/>
                  </a:lnTo>
                  <a:lnTo>
                    <a:pt x="0" y="2180716"/>
                  </a:lnTo>
                  <a:lnTo>
                    <a:pt x="16128" y="2233803"/>
                  </a:lnTo>
                  <a:lnTo>
                    <a:pt x="59181" y="2269236"/>
                  </a:lnTo>
                  <a:lnTo>
                    <a:pt x="96011" y="2276475"/>
                  </a:lnTo>
                  <a:lnTo>
                    <a:pt x="8781288" y="2276475"/>
                  </a:lnTo>
                  <a:lnTo>
                    <a:pt x="8834628" y="2260346"/>
                  </a:lnTo>
                  <a:lnTo>
                    <a:pt x="8869934" y="2217420"/>
                  </a:lnTo>
                  <a:lnTo>
                    <a:pt x="8877300" y="2180716"/>
                  </a:lnTo>
                  <a:lnTo>
                    <a:pt x="8877300" y="95757"/>
                  </a:lnTo>
                  <a:lnTo>
                    <a:pt x="8861171" y="42672"/>
                  </a:lnTo>
                  <a:lnTo>
                    <a:pt x="8818117" y="7239"/>
                  </a:lnTo>
                  <a:lnTo>
                    <a:pt x="8781288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743950" y="2438400"/>
              <a:ext cx="8877300" cy="2276475"/>
            </a:xfrm>
            <a:custGeom>
              <a:avLst/>
              <a:gdLst/>
              <a:ahLst/>
              <a:cxnLst/>
              <a:rect l="l" t="t" r="r" b="b"/>
              <a:pathLst>
                <a:path w="8877300" h="2276475">
                  <a:moveTo>
                    <a:pt x="96011" y="0"/>
                  </a:moveTo>
                  <a:lnTo>
                    <a:pt x="8781288" y="0"/>
                  </a:lnTo>
                  <a:lnTo>
                    <a:pt x="8800084" y="1904"/>
                  </a:lnTo>
                  <a:lnTo>
                    <a:pt x="8849233" y="28067"/>
                  </a:lnTo>
                  <a:lnTo>
                    <a:pt x="8875394" y="76961"/>
                  </a:lnTo>
                  <a:lnTo>
                    <a:pt x="8877300" y="95757"/>
                  </a:lnTo>
                  <a:lnTo>
                    <a:pt x="8877300" y="2180716"/>
                  </a:lnTo>
                  <a:lnTo>
                    <a:pt x="8861171" y="2233803"/>
                  </a:lnTo>
                  <a:lnTo>
                    <a:pt x="8818117" y="2269236"/>
                  </a:lnTo>
                  <a:lnTo>
                    <a:pt x="8781288" y="2276475"/>
                  </a:lnTo>
                  <a:lnTo>
                    <a:pt x="96011" y="2276475"/>
                  </a:lnTo>
                  <a:lnTo>
                    <a:pt x="42672" y="2260346"/>
                  </a:lnTo>
                  <a:lnTo>
                    <a:pt x="7366" y="2217420"/>
                  </a:lnTo>
                  <a:lnTo>
                    <a:pt x="0" y="2180716"/>
                  </a:lnTo>
                  <a:lnTo>
                    <a:pt x="0" y="95757"/>
                  </a:lnTo>
                  <a:lnTo>
                    <a:pt x="16128" y="42672"/>
                  </a:lnTo>
                  <a:lnTo>
                    <a:pt x="59181" y="7239"/>
                  </a:lnTo>
                  <a:lnTo>
                    <a:pt x="96011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8734425" y="4876800"/>
            <a:ext cx="8896350" cy="2476500"/>
            <a:chOff x="8734425" y="4876800"/>
            <a:chExt cx="8896350" cy="2476500"/>
          </a:xfrm>
        </p:grpSpPr>
        <p:sp>
          <p:nvSpPr>
            <p:cNvPr id="10" name="object 10" descr=""/>
            <p:cNvSpPr/>
            <p:nvPr/>
          </p:nvSpPr>
          <p:spPr>
            <a:xfrm>
              <a:off x="8743950" y="4886325"/>
              <a:ext cx="8877300" cy="2457450"/>
            </a:xfrm>
            <a:custGeom>
              <a:avLst/>
              <a:gdLst/>
              <a:ahLst/>
              <a:cxnLst/>
              <a:rect l="l" t="t" r="r" b="b"/>
              <a:pathLst>
                <a:path w="8877300" h="2457450">
                  <a:moveTo>
                    <a:pt x="8781288" y="0"/>
                  </a:moveTo>
                  <a:lnTo>
                    <a:pt x="96011" y="0"/>
                  </a:lnTo>
                  <a:lnTo>
                    <a:pt x="77216" y="1904"/>
                  </a:lnTo>
                  <a:lnTo>
                    <a:pt x="28067" y="28066"/>
                  </a:lnTo>
                  <a:lnTo>
                    <a:pt x="1904" y="77088"/>
                  </a:lnTo>
                  <a:lnTo>
                    <a:pt x="0" y="95885"/>
                  </a:lnTo>
                  <a:lnTo>
                    <a:pt x="0" y="2361565"/>
                  </a:lnTo>
                  <a:lnTo>
                    <a:pt x="16128" y="2414778"/>
                  </a:lnTo>
                  <a:lnTo>
                    <a:pt x="59181" y="2450084"/>
                  </a:lnTo>
                  <a:lnTo>
                    <a:pt x="96011" y="2457450"/>
                  </a:lnTo>
                  <a:lnTo>
                    <a:pt x="8781288" y="2457450"/>
                  </a:lnTo>
                  <a:lnTo>
                    <a:pt x="8834628" y="2441321"/>
                  </a:lnTo>
                  <a:lnTo>
                    <a:pt x="8869934" y="2398268"/>
                  </a:lnTo>
                  <a:lnTo>
                    <a:pt x="8877300" y="2361565"/>
                  </a:lnTo>
                  <a:lnTo>
                    <a:pt x="8877300" y="95885"/>
                  </a:lnTo>
                  <a:lnTo>
                    <a:pt x="8861171" y="42672"/>
                  </a:lnTo>
                  <a:lnTo>
                    <a:pt x="8818117" y="7365"/>
                  </a:lnTo>
                  <a:lnTo>
                    <a:pt x="8781288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743950" y="4886325"/>
              <a:ext cx="8877300" cy="2457450"/>
            </a:xfrm>
            <a:custGeom>
              <a:avLst/>
              <a:gdLst/>
              <a:ahLst/>
              <a:cxnLst/>
              <a:rect l="l" t="t" r="r" b="b"/>
              <a:pathLst>
                <a:path w="8877300" h="2457450">
                  <a:moveTo>
                    <a:pt x="96011" y="0"/>
                  </a:moveTo>
                  <a:lnTo>
                    <a:pt x="8781288" y="0"/>
                  </a:lnTo>
                  <a:lnTo>
                    <a:pt x="8800084" y="1904"/>
                  </a:lnTo>
                  <a:lnTo>
                    <a:pt x="8849233" y="28066"/>
                  </a:lnTo>
                  <a:lnTo>
                    <a:pt x="8875394" y="77088"/>
                  </a:lnTo>
                  <a:lnTo>
                    <a:pt x="8877300" y="95885"/>
                  </a:lnTo>
                  <a:lnTo>
                    <a:pt x="8877300" y="2361565"/>
                  </a:lnTo>
                  <a:lnTo>
                    <a:pt x="8861171" y="2414778"/>
                  </a:lnTo>
                  <a:lnTo>
                    <a:pt x="8818117" y="2450084"/>
                  </a:lnTo>
                  <a:lnTo>
                    <a:pt x="8781288" y="2457450"/>
                  </a:lnTo>
                  <a:lnTo>
                    <a:pt x="96011" y="2457450"/>
                  </a:lnTo>
                  <a:lnTo>
                    <a:pt x="42672" y="2441321"/>
                  </a:lnTo>
                  <a:lnTo>
                    <a:pt x="7366" y="2398268"/>
                  </a:lnTo>
                  <a:lnTo>
                    <a:pt x="0" y="2361565"/>
                  </a:lnTo>
                  <a:lnTo>
                    <a:pt x="0" y="95885"/>
                  </a:lnTo>
                  <a:lnTo>
                    <a:pt x="16128" y="42672"/>
                  </a:lnTo>
                  <a:lnTo>
                    <a:pt x="59181" y="7365"/>
                  </a:lnTo>
                  <a:lnTo>
                    <a:pt x="96011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0625" y="4010025"/>
            <a:ext cx="7096125" cy="421005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86325" y="752475"/>
            <a:ext cx="2733675" cy="100965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961126" y="725741"/>
            <a:ext cx="1731645" cy="9296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38580" algn="l"/>
              </a:tabLst>
            </a:pPr>
            <a:r>
              <a:rPr dirty="0" sz="5900" spc="-50"/>
              <a:t>ế</a:t>
            </a:r>
            <a:r>
              <a:rPr dirty="0" sz="5900"/>
              <a:t>	</a:t>
            </a:r>
            <a:r>
              <a:rPr dirty="0" sz="5900" spc="-50"/>
              <a:t>ế</a:t>
            </a:r>
            <a:endParaRPr sz="5900"/>
          </a:p>
        </p:txBody>
      </p:sp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39075" y="752475"/>
            <a:ext cx="2733675" cy="1009650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0220070" y="725741"/>
            <a:ext cx="405130" cy="929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900" spc="-50" b="1">
                <a:solidFill>
                  <a:srgbClr val="2B578F"/>
                </a:solidFill>
                <a:latin typeface="Calibri"/>
                <a:cs typeface="Calibri"/>
              </a:rPr>
              <a:t>ệ</a:t>
            </a:r>
            <a:endParaRPr sz="59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01325" y="752475"/>
            <a:ext cx="3162300" cy="1009650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8748394" y="2592006"/>
            <a:ext cx="8813800" cy="3690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3040" indent="-101600">
              <a:lnSpc>
                <a:spcPct val="100000"/>
              </a:lnSpc>
              <a:spcBef>
                <a:spcPts val="100"/>
              </a:spcBef>
              <a:buSzPct val="95238"/>
              <a:buChar char="•"/>
              <a:tabLst>
                <a:tab pos="193040" algn="l"/>
              </a:tabLst>
            </a:pP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Khu</a:t>
            </a:r>
            <a:r>
              <a:rPr dirty="0" sz="2100" spc="2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vực</a:t>
            </a:r>
            <a:r>
              <a:rPr dirty="0" sz="2100" spc="229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Chọn</a:t>
            </a:r>
            <a:r>
              <a:rPr dirty="0" sz="2100" spc="1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tệp:</a:t>
            </a:r>
            <a:r>
              <a:rPr dirty="0" sz="2100" spc="1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Hỗ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trợ</a:t>
            </a:r>
            <a:r>
              <a:rPr dirty="0" sz="21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Browse</a:t>
            </a:r>
            <a:r>
              <a:rPr dirty="0" sz="21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1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Drag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&amp;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Drop,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hiển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thị</a:t>
            </a:r>
            <a:r>
              <a:rPr dirty="0" sz="21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tên</a:t>
            </a:r>
            <a:r>
              <a:rPr dirty="0" sz="210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file,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dung</a:t>
            </a:r>
            <a:endParaRPr sz="2100">
              <a:latin typeface="Times New Roman"/>
              <a:cs typeface="Times New Roman"/>
            </a:endParaRPr>
          </a:p>
          <a:p>
            <a:pPr marL="99695">
              <a:lnSpc>
                <a:spcPct val="100000"/>
              </a:lnSpc>
              <a:spcBef>
                <a:spcPts val="35"/>
              </a:spcBef>
            </a:pP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lượng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1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trạng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thái.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Ứng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dụng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từ</a:t>
            </a:r>
            <a:r>
              <a:rPr dirty="0" sz="21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chối</a:t>
            </a:r>
            <a:r>
              <a:rPr dirty="0" sz="2100" spc="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1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rỗng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0 </a:t>
            </a:r>
            <a:r>
              <a:rPr dirty="0" sz="2100" spc="-10">
                <a:solidFill>
                  <a:srgbClr val="171D2B"/>
                </a:solidFill>
                <a:latin typeface="Times New Roman"/>
                <a:cs typeface="Times New Roman"/>
              </a:rPr>
              <a:t>byte.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100">
              <a:latin typeface="Times New Roman"/>
              <a:cs typeface="Times New Roman"/>
            </a:endParaRPr>
          </a:p>
          <a:p>
            <a:pPr marL="292735" indent="-180340">
              <a:lnSpc>
                <a:spcPts val="2500"/>
              </a:lnSpc>
              <a:buSzPct val="95238"/>
              <a:buChar char="•"/>
              <a:tabLst>
                <a:tab pos="292735" algn="l"/>
              </a:tabLst>
            </a:pP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Thanh</a:t>
            </a:r>
            <a:r>
              <a:rPr dirty="0" sz="2100" spc="1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tiến</a:t>
            </a:r>
            <a:r>
              <a:rPr dirty="0" sz="2100" spc="1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trình:</a:t>
            </a:r>
            <a:r>
              <a:rPr dirty="0" sz="2100" spc="1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Hiển</a:t>
            </a:r>
            <a:r>
              <a:rPr dirty="0" sz="210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thị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phần</a:t>
            </a:r>
            <a:r>
              <a:rPr dirty="0" sz="210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trăm</a:t>
            </a:r>
            <a:r>
              <a:rPr dirty="0" sz="21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upload,</a:t>
            </a:r>
            <a:r>
              <a:rPr dirty="0" sz="21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tốc</a:t>
            </a:r>
            <a:r>
              <a:rPr dirty="0" sz="21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độ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1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trạng</a:t>
            </a:r>
            <a:r>
              <a:rPr dirty="0" sz="21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thái</a:t>
            </a:r>
            <a:endParaRPr sz="2100">
              <a:latin typeface="Times New Roman"/>
              <a:cs typeface="Times New Roman"/>
            </a:endParaRPr>
          </a:p>
          <a:p>
            <a:pPr marL="293370">
              <a:lnSpc>
                <a:spcPts val="2500"/>
              </a:lnSpc>
            </a:pP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hiện</a:t>
            </a:r>
            <a:r>
              <a:rPr dirty="0" sz="21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tại.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2100">
              <a:latin typeface="Times New Roman"/>
              <a:cs typeface="Times New Roman"/>
            </a:endParaRPr>
          </a:p>
          <a:p>
            <a:pPr marL="191135" indent="-178435">
              <a:lnSpc>
                <a:spcPct val="100000"/>
              </a:lnSpc>
              <a:spcBef>
                <a:spcPts val="5"/>
              </a:spcBef>
              <a:buChar char="•"/>
              <a:tabLst>
                <a:tab pos="191135" algn="l"/>
              </a:tabLst>
            </a:pP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Nút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điều</a:t>
            </a:r>
            <a:r>
              <a:rPr dirty="0" sz="21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khiển: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Start,</a:t>
            </a:r>
            <a:r>
              <a:rPr dirty="0" sz="21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Pause,</a:t>
            </a:r>
            <a:r>
              <a:rPr dirty="0" sz="21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Resume,</a:t>
            </a:r>
            <a:r>
              <a:rPr dirty="0" sz="21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Stop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trong</a:t>
            </a:r>
            <a:r>
              <a:rPr dirty="0" sz="21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cung</a:t>
            </a:r>
            <a:r>
              <a:rPr dirty="0" sz="21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171D2B"/>
                </a:solidFill>
                <a:latin typeface="Times New Roman"/>
                <a:cs typeface="Times New Roman"/>
              </a:rPr>
              <a:t>phiên</a:t>
            </a:r>
            <a:endParaRPr sz="2100">
              <a:latin typeface="Times New Roman"/>
              <a:cs typeface="Times New Roman"/>
            </a:endParaRPr>
          </a:p>
          <a:p>
            <a:pPr marL="175260" indent="-162560">
              <a:lnSpc>
                <a:spcPct val="100000"/>
              </a:lnSpc>
              <a:spcBef>
                <a:spcPts val="330"/>
              </a:spcBef>
              <a:buChar char="•"/>
              <a:tabLst>
                <a:tab pos="175260" algn="l"/>
              </a:tabLst>
            </a:pP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Cấu</a:t>
            </a:r>
            <a:r>
              <a:rPr dirty="0" sz="21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hình</a:t>
            </a:r>
            <a:r>
              <a:rPr dirty="0" sz="21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nâng</a:t>
            </a:r>
            <a:r>
              <a:rPr dirty="0" sz="21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cao:</a:t>
            </a:r>
            <a:r>
              <a:rPr dirty="0" sz="210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chunk</a:t>
            </a:r>
            <a:r>
              <a:rPr dirty="0" sz="21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size,</a:t>
            </a:r>
            <a:r>
              <a:rPr dirty="0" sz="21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số</a:t>
            </a:r>
            <a:r>
              <a:rPr dirty="0" sz="21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luồng</a:t>
            </a:r>
            <a:r>
              <a:rPr dirty="0" sz="21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song</a:t>
            </a:r>
            <a:r>
              <a:rPr dirty="0" sz="21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song,</a:t>
            </a:r>
            <a:r>
              <a:rPr dirty="0" sz="21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giới</a:t>
            </a:r>
            <a:r>
              <a:rPr dirty="0" sz="210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hạn</a:t>
            </a:r>
            <a:r>
              <a:rPr dirty="0" sz="21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tốc</a:t>
            </a:r>
            <a:r>
              <a:rPr dirty="0" sz="21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độ</a:t>
            </a:r>
            <a:r>
              <a:rPr dirty="0" sz="21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endParaRPr sz="2100">
              <a:latin typeface="Times New Roman"/>
              <a:cs typeface="Times New Roman"/>
            </a:endParaRPr>
          </a:p>
          <a:p>
            <a:pPr marL="254635" indent="-241935">
              <a:lnSpc>
                <a:spcPct val="100000"/>
              </a:lnSpc>
              <a:spcBef>
                <a:spcPts val="110"/>
              </a:spcBef>
              <a:buChar char="•"/>
              <a:tabLst>
                <a:tab pos="254635" algn="l"/>
              </a:tabLst>
            </a:pP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Bảng</a:t>
            </a:r>
            <a:r>
              <a:rPr dirty="0" sz="21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trạng</a:t>
            </a:r>
            <a:r>
              <a:rPr dirty="0" sz="21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thái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chunk:</a:t>
            </a:r>
            <a:r>
              <a:rPr dirty="0" sz="2100" spc="-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theo</a:t>
            </a:r>
            <a:r>
              <a:rPr dirty="0" sz="21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dõi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từng</a:t>
            </a:r>
            <a:r>
              <a:rPr dirty="0" sz="21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chunk</a:t>
            </a:r>
            <a:r>
              <a:rPr dirty="0" sz="21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với</a:t>
            </a:r>
            <a:r>
              <a:rPr dirty="0" sz="21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trạng</a:t>
            </a:r>
            <a:r>
              <a:rPr dirty="0" sz="21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thái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Waiting</a:t>
            </a:r>
            <a:r>
              <a:rPr dirty="0" sz="21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/</a:t>
            </a:r>
            <a:r>
              <a:rPr dirty="0" sz="21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Uploading</a:t>
            </a:r>
            <a:r>
              <a:rPr dirty="0" sz="21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 spc="-50">
                <a:solidFill>
                  <a:srgbClr val="171D2B"/>
                </a:solidFill>
                <a:latin typeface="Times New Roman"/>
                <a:cs typeface="Times New Roman"/>
              </a:rPr>
              <a:t>/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Complete</a:t>
            </a:r>
            <a:r>
              <a:rPr dirty="0" sz="210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/</a:t>
            </a:r>
            <a:r>
              <a:rPr dirty="0" sz="21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Failed</a:t>
            </a:r>
            <a:r>
              <a:rPr dirty="0" sz="21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171D2B"/>
                </a:solidFill>
                <a:latin typeface="Times New Roman"/>
                <a:cs typeface="Times New Roman"/>
              </a:rPr>
              <a:t>/</a:t>
            </a:r>
            <a:r>
              <a:rPr dirty="0" sz="2100" spc="-10">
                <a:solidFill>
                  <a:srgbClr val="171D2B"/>
                </a:solidFill>
                <a:latin typeface="Times New Roman"/>
                <a:cs typeface="Times New Roman"/>
              </a:rPr>
              <a:t> Skipped.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40000" y="8477250"/>
            <a:ext cx="1028700" cy="247650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6155669" y="8459216"/>
            <a:ext cx="12509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>
                <a:solidFill>
                  <a:srgbClr val="171D2B"/>
                </a:solidFill>
                <a:latin typeface="Calibri"/>
                <a:cs typeface="Calibri"/>
              </a:rPr>
              <a:t>ệ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4744700" y="8772525"/>
            <a:ext cx="1714500" cy="628650"/>
            <a:chOff x="14744700" y="8772525"/>
            <a:chExt cx="1714500" cy="628650"/>
          </a:xfrm>
        </p:grpSpPr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744700" y="8772525"/>
              <a:ext cx="1714500" cy="29527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401925" y="9105900"/>
              <a:ext cx="1000125" cy="295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2143125"/>
            <a:ext cx="9467850" cy="8143875"/>
            <a:chOff x="0" y="2143125"/>
            <a:chExt cx="9467850" cy="81438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581650"/>
              <a:ext cx="3790949" cy="470534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0" y="2143125"/>
              <a:ext cx="9182100" cy="6362700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11600" y="8562975"/>
            <a:ext cx="600075" cy="76200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9677400" y="2676525"/>
            <a:ext cx="7753350" cy="2876550"/>
            <a:chOff x="9677400" y="2676525"/>
            <a:chExt cx="7753350" cy="2876550"/>
          </a:xfrm>
        </p:grpSpPr>
        <p:sp>
          <p:nvSpPr>
            <p:cNvPr id="7" name="object 7" descr=""/>
            <p:cNvSpPr/>
            <p:nvPr/>
          </p:nvSpPr>
          <p:spPr>
            <a:xfrm>
              <a:off x="9686925" y="2686050"/>
              <a:ext cx="7734300" cy="2857500"/>
            </a:xfrm>
            <a:custGeom>
              <a:avLst/>
              <a:gdLst/>
              <a:ahLst/>
              <a:cxnLst/>
              <a:rect l="l" t="t" r="r" b="b"/>
              <a:pathLst>
                <a:path w="7734300" h="2857500">
                  <a:moveTo>
                    <a:pt x="7624317" y="0"/>
                  </a:moveTo>
                  <a:lnTo>
                    <a:pt x="109981" y="0"/>
                  </a:lnTo>
                  <a:lnTo>
                    <a:pt x="88519" y="2413"/>
                  </a:lnTo>
                  <a:lnTo>
                    <a:pt x="49022" y="21463"/>
                  </a:lnTo>
                  <a:lnTo>
                    <a:pt x="18542" y="56896"/>
                  </a:lnTo>
                  <a:lnTo>
                    <a:pt x="2158" y="102743"/>
                  </a:lnTo>
                  <a:lnTo>
                    <a:pt x="0" y="127889"/>
                  </a:lnTo>
                  <a:lnTo>
                    <a:pt x="0" y="2729611"/>
                  </a:lnTo>
                  <a:lnTo>
                    <a:pt x="8381" y="2778505"/>
                  </a:lnTo>
                  <a:lnTo>
                    <a:pt x="32257" y="2820035"/>
                  </a:lnTo>
                  <a:lnTo>
                    <a:pt x="67945" y="2847721"/>
                  </a:lnTo>
                  <a:lnTo>
                    <a:pt x="109981" y="2857500"/>
                  </a:lnTo>
                  <a:lnTo>
                    <a:pt x="7624317" y="2857500"/>
                  </a:lnTo>
                  <a:lnTo>
                    <a:pt x="7666355" y="2847721"/>
                  </a:lnTo>
                  <a:lnTo>
                    <a:pt x="7702042" y="2820035"/>
                  </a:lnTo>
                  <a:lnTo>
                    <a:pt x="7725917" y="2778505"/>
                  </a:lnTo>
                  <a:lnTo>
                    <a:pt x="7734300" y="2729611"/>
                  </a:lnTo>
                  <a:lnTo>
                    <a:pt x="7734300" y="127889"/>
                  </a:lnTo>
                  <a:lnTo>
                    <a:pt x="7725663" y="78104"/>
                  </a:lnTo>
                  <a:lnTo>
                    <a:pt x="7702042" y="37465"/>
                  </a:lnTo>
                  <a:lnTo>
                    <a:pt x="7667117" y="10032"/>
                  </a:lnTo>
                  <a:lnTo>
                    <a:pt x="7624317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686925" y="2686050"/>
              <a:ext cx="7734300" cy="2857500"/>
            </a:xfrm>
            <a:custGeom>
              <a:avLst/>
              <a:gdLst/>
              <a:ahLst/>
              <a:cxnLst/>
              <a:rect l="l" t="t" r="r" b="b"/>
              <a:pathLst>
                <a:path w="7734300" h="2857500">
                  <a:moveTo>
                    <a:pt x="109981" y="0"/>
                  </a:moveTo>
                  <a:lnTo>
                    <a:pt x="7624317" y="0"/>
                  </a:lnTo>
                  <a:lnTo>
                    <a:pt x="7667117" y="10032"/>
                  </a:lnTo>
                  <a:lnTo>
                    <a:pt x="7702042" y="37465"/>
                  </a:lnTo>
                  <a:lnTo>
                    <a:pt x="7725663" y="78104"/>
                  </a:lnTo>
                  <a:lnTo>
                    <a:pt x="7734300" y="127889"/>
                  </a:lnTo>
                  <a:lnTo>
                    <a:pt x="7734300" y="2729611"/>
                  </a:lnTo>
                  <a:lnTo>
                    <a:pt x="7725917" y="2778505"/>
                  </a:lnTo>
                  <a:lnTo>
                    <a:pt x="7702042" y="2820035"/>
                  </a:lnTo>
                  <a:lnTo>
                    <a:pt x="7666355" y="2847721"/>
                  </a:lnTo>
                  <a:lnTo>
                    <a:pt x="7624317" y="2857500"/>
                  </a:lnTo>
                  <a:lnTo>
                    <a:pt x="109981" y="2857500"/>
                  </a:lnTo>
                  <a:lnTo>
                    <a:pt x="67945" y="2847721"/>
                  </a:lnTo>
                  <a:lnTo>
                    <a:pt x="32257" y="2820035"/>
                  </a:lnTo>
                  <a:lnTo>
                    <a:pt x="8381" y="2778505"/>
                  </a:lnTo>
                  <a:lnTo>
                    <a:pt x="0" y="2729611"/>
                  </a:lnTo>
                  <a:lnTo>
                    <a:pt x="0" y="127889"/>
                  </a:lnTo>
                  <a:lnTo>
                    <a:pt x="8381" y="78994"/>
                  </a:lnTo>
                  <a:lnTo>
                    <a:pt x="32257" y="37465"/>
                  </a:lnTo>
                  <a:lnTo>
                    <a:pt x="67945" y="9778"/>
                  </a:lnTo>
                  <a:lnTo>
                    <a:pt x="109981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9677400" y="6219825"/>
            <a:ext cx="7753350" cy="2733675"/>
            <a:chOff x="9677400" y="6219825"/>
            <a:chExt cx="7753350" cy="2733675"/>
          </a:xfrm>
        </p:grpSpPr>
        <p:sp>
          <p:nvSpPr>
            <p:cNvPr id="10" name="object 10" descr=""/>
            <p:cNvSpPr/>
            <p:nvPr/>
          </p:nvSpPr>
          <p:spPr>
            <a:xfrm>
              <a:off x="9686925" y="6229350"/>
              <a:ext cx="7734300" cy="2714625"/>
            </a:xfrm>
            <a:custGeom>
              <a:avLst/>
              <a:gdLst/>
              <a:ahLst/>
              <a:cxnLst/>
              <a:rect l="l" t="t" r="r" b="b"/>
              <a:pathLst>
                <a:path w="7734300" h="2714625">
                  <a:moveTo>
                    <a:pt x="7624317" y="0"/>
                  </a:moveTo>
                  <a:lnTo>
                    <a:pt x="109981" y="0"/>
                  </a:lnTo>
                  <a:lnTo>
                    <a:pt x="88519" y="2412"/>
                  </a:lnTo>
                  <a:lnTo>
                    <a:pt x="49022" y="20447"/>
                  </a:lnTo>
                  <a:lnTo>
                    <a:pt x="18542" y="54101"/>
                  </a:lnTo>
                  <a:lnTo>
                    <a:pt x="2158" y="97662"/>
                  </a:lnTo>
                  <a:lnTo>
                    <a:pt x="0" y="121538"/>
                  </a:lnTo>
                  <a:lnTo>
                    <a:pt x="0" y="2593086"/>
                  </a:lnTo>
                  <a:lnTo>
                    <a:pt x="8381" y="2639695"/>
                  </a:lnTo>
                  <a:lnTo>
                    <a:pt x="32257" y="2678938"/>
                  </a:lnTo>
                  <a:lnTo>
                    <a:pt x="67945" y="2705354"/>
                  </a:lnTo>
                  <a:lnTo>
                    <a:pt x="109981" y="2714625"/>
                  </a:lnTo>
                  <a:lnTo>
                    <a:pt x="7624317" y="2714625"/>
                  </a:lnTo>
                  <a:lnTo>
                    <a:pt x="7666355" y="2705354"/>
                  </a:lnTo>
                  <a:lnTo>
                    <a:pt x="7702042" y="2678938"/>
                  </a:lnTo>
                  <a:lnTo>
                    <a:pt x="7725917" y="2639695"/>
                  </a:lnTo>
                  <a:lnTo>
                    <a:pt x="7734300" y="2593086"/>
                  </a:lnTo>
                  <a:lnTo>
                    <a:pt x="7734300" y="121538"/>
                  </a:lnTo>
                  <a:lnTo>
                    <a:pt x="7725663" y="74167"/>
                  </a:lnTo>
                  <a:lnTo>
                    <a:pt x="7702042" y="35560"/>
                  </a:lnTo>
                  <a:lnTo>
                    <a:pt x="7667117" y="9525"/>
                  </a:lnTo>
                  <a:lnTo>
                    <a:pt x="7624317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686925" y="6229350"/>
              <a:ext cx="7734300" cy="2714625"/>
            </a:xfrm>
            <a:custGeom>
              <a:avLst/>
              <a:gdLst/>
              <a:ahLst/>
              <a:cxnLst/>
              <a:rect l="l" t="t" r="r" b="b"/>
              <a:pathLst>
                <a:path w="7734300" h="2714625">
                  <a:moveTo>
                    <a:pt x="109981" y="0"/>
                  </a:moveTo>
                  <a:lnTo>
                    <a:pt x="7624317" y="0"/>
                  </a:lnTo>
                  <a:lnTo>
                    <a:pt x="7667117" y="9525"/>
                  </a:lnTo>
                  <a:lnTo>
                    <a:pt x="7702042" y="35560"/>
                  </a:lnTo>
                  <a:lnTo>
                    <a:pt x="7725663" y="74167"/>
                  </a:lnTo>
                  <a:lnTo>
                    <a:pt x="7734300" y="121538"/>
                  </a:lnTo>
                  <a:lnTo>
                    <a:pt x="7734300" y="2593086"/>
                  </a:lnTo>
                  <a:lnTo>
                    <a:pt x="7725917" y="2639695"/>
                  </a:lnTo>
                  <a:lnTo>
                    <a:pt x="7702042" y="2678938"/>
                  </a:lnTo>
                  <a:lnTo>
                    <a:pt x="7666355" y="2705354"/>
                  </a:lnTo>
                  <a:lnTo>
                    <a:pt x="7624317" y="2714625"/>
                  </a:lnTo>
                  <a:lnTo>
                    <a:pt x="109981" y="2714625"/>
                  </a:lnTo>
                  <a:lnTo>
                    <a:pt x="67945" y="2705354"/>
                  </a:lnTo>
                  <a:lnTo>
                    <a:pt x="32257" y="2678938"/>
                  </a:lnTo>
                  <a:lnTo>
                    <a:pt x="8381" y="2639695"/>
                  </a:lnTo>
                  <a:lnTo>
                    <a:pt x="0" y="2593086"/>
                  </a:lnTo>
                  <a:lnTo>
                    <a:pt x="0" y="121538"/>
                  </a:lnTo>
                  <a:lnTo>
                    <a:pt x="8381" y="74929"/>
                  </a:lnTo>
                  <a:lnTo>
                    <a:pt x="32257" y="35687"/>
                  </a:lnTo>
                  <a:lnTo>
                    <a:pt x="67945" y="9271"/>
                  </a:lnTo>
                  <a:lnTo>
                    <a:pt x="109981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8275" y="3067050"/>
            <a:ext cx="6877050" cy="382905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43225" y="790575"/>
            <a:ext cx="2371725" cy="866775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867784" y="770255"/>
            <a:ext cx="1503680" cy="8039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63955" algn="l"/>
              </a:tabLst>
            </a:pPr>
            <a:r>
              <a:rPr dirty="0" sz="5100" spc="-50"/>
              <a:t>ế</a:t>
            </a:r>
            <a:r>
              <a:rPr dirty="0" sz="5100"/>
              <a:t>	</a:t>
            </a:r>
            <a:r>
              <a:rPr dirty="0" sz="5100" spc="-50"/>
              <a:t>ế</a:t>
            </a:r>
            <a:endParaRPr sz="5100"/>
          </a:p>
        </p:txBody>
      </p:sp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95925" y="790575"/>
            <a:ext cx="2371725" cy="866775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7560944" y="770255"/>
            <a:ext cx="351790" cy="803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100" spc="-50" b="1">
                <a:solidFill>
                  <a:srgbClr val="2B578F"/>
                </a:solidFill>
                <a:latin typeface="Calibri"/>
                <a:cs typeface="Calibri"/>
              </a:rPr>
              <a:t>ệ</a:t>
            </a:r>
            <a:endParaRPr sz="51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96225" y="790575"/>
            <a:ext cx="7800975" cy="866775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9848850" y="2828925"/>
            <a:ext cx="2400300" cy="361950"/>
            <a:chOff x="9848850" y="2828925"/>
            <a:chExt cx="2400300" cy="361950"/>
          </a:xfrm>
        </p:grpSpPr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48850" y="2828925"/>
              <a:ext cx="1143000" cy="36195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925175" y="2828925"/>
              <a:ext cx="1323975" cy="361950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0289158" y="3131502"/>
            <a:ext cx="4714240" cy="22987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13335" indent="-343535">
              <a:lnSpc>
                <a:spcPct val="999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Theo</a:t>
            </a:r>
            <a:r>
              <a:rPr dirty="0" sz="24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dõi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số</a:t>
            </a:r>
            <a:r>
              <a:rPr dirty="0" sz="24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thiết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bị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đang</a:t>
            </a:r>
            <a:r>
              <a:rPr dirty="0" sz="24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kết 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nối,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phiên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4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đang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hoạt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động,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tổng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dung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lượng đã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40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nhật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ký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sự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kiện/lỗi.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285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Cho phép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bật/tắt</a:t>
            </a:r>
            <a:r>
              <a:rPr dirty="0" sz="24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4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chọn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thư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mục</a:t>
            </a:r>
            <a:r>
              <a:rPr dirty="0" sz="24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lưu 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file.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9848850" y="6315075"/>
            <a:ext cx="2114550" cy="381000"/>
            <a:chOff x="9848850" y="6315075"/>
            <a:chExt cx="2114550" cy="381000"/>
          </a:xfrm>
        </p:grpSpPr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48850" y="6315075"/>
              <a:ext cx="1171575" cy="38100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15650" y="6315075"/>
              <a:ext cx="1047750" cy="381000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0572115" y="6871906"/>
            <a:ext cx="6403975" cy="1936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ts val="2865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Xem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danh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sách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tài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khoản,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chi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tiết</a:t>
            </a:r>
            <a:r>
              <a:rPr dirty="0" sz="240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user,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danh</a:t>
            </a:r>
            <a:endParaRPr sz="2400">
              <a:latin typeface="Times New Roman"/>
              <a:cs typeface="Times New Roman"/>
            </a:endParaRPr>
          </a:p>
          <a:p>
            <a:pPr marL="355600" marR="5080">
              <a:lnSpc>
                <a:spcPts val="2930"/>
              </a:lnSpc>
              <a:spcBef>
                <a:spcPts val="45"/>
              </a:spcBef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sách</a:t>
            </a:r>
            <a:r>
              <a:rPr dirty="0" sz="24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4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đã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upload,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lịch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sử</a:t>
            </a:r>
            <a:r>
              <a:rPr dirty="0" sz="24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4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thống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kê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cơ 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bản.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Hỗ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trợ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tìm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kiếm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file trong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trang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quản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lý</a:t>
            </a:r>
            <a:r>
              <a:rPr dirty="0" sz="240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file 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mở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4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đã</a:t>
            </a:r>
            <a:r>
              <a:rPr dirty="0" sz="240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lưu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trên</a:t>
            </a:r>
            <a:r>
              <a:rPr dirty="0" sz="240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server.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3025" y="8572500"/>
            <a:ext cx="666750" cy="723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8300" y="1390650"/>
            <a:ext cx="4200525" cy="809625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6762750" y="2505075"/>
            <a:ext cx="4819650" cy="5686425"/>
            <a:chOff x="6762750" y="2505075"/>
            <a:chExt cx="4819650" cy="5686425"/>
          </a:xfrm>
        </p:grpSpPr>
        <p:sp>
          <p:nvSpPr>
            <p:cNvPr id="5" name="object 5" descr=""/>
            <p:cNvSpPr/>
            <p:nvPr/>
          </p:nvSpPr>
          <p:spPr>
            <a:xfrm>
              <a:off x="6772275" y="2514600"/>
              <a:ext cx="4800600" cy="5667375"/>
            </a:xfrm>
            <a:custGeom>
              <a:avLst/>
              <a:gdLst/>
              <a:ahLst/>
              <a:cxnLst/>
              <a:rect l="l" t="t" r="r" b="b"/>
              <a:pathLst>
                <a:path w="4800600" h="5667375">
                  <a:moveTo>
                    <a:pt x="4623434" y="0"/>
                  </a:moveTo>
                  <a:lnTo>
                    <a:pt x="177165" y="0"/>
                  </a:lnTo>
                  <a:lnTo>
                    <a:pt x="142494" y="3428"/>
                  </a:lnTo>
                  <a:lnTo>
                    <a:pt x="78867" y="29845"/>
                  </a:lnTo>
                  <a:lnTo>
                    <a:pt x="29845" y="78867"/>
                  </a:lnTo>
                  <a:lnTo>
                    <a:pt x="3428" y="142494"/>
                  </a:lnTo>
                  <a:lnTo>
                    <a:pt x="0" y="177165"/>
                  </a:lnTo>
                  <a:lnTo>
                    <a:pt x="0" y="5490210"/>
                  </a:lnTo>
                  <a:lnTo>
                    <a:pt x="13461" y="5558028"/>
                  </a:lnTo>
                  <a:lnTo>
                    <a:pt x="51943" y="5615432"/>
                  </a:lnTo>
                  <a:lnTo>
                    <a:pt x="109347" y="5653913"/>
                  </a:lnTo>
                  <a:lnTo>
                    <a:pt x="177165" y="5667375"/>
                  </a:lnTo>
                  <a:lnTo>
                    <a:pt x="4623434" y="5667375"/>
                  </a:lnTo>
                  <a:lnTo>
                    <a:pt x="4691253" y="5653913"/>
                  </a:lnTo>
                  <a:lnTo>
                    <a:pt x="4748657" y="5615432"/>
                  </a:lnTo>
                  <a:lnTo>
                    <a:pt x="4787138" y="5558028"/>
                  </a:lnTo>
                  <a:lnTo>
                    <a:pt x="4800600" y="5490210"/>
                  </a:lnTo>
                  <a:lnTo>
                    <a:pt x="4800600" y="177165"/>
                  </a:lnTo>
                  <a:lnTo>
                    <a:pt x="4787138" y="109347"/>
                  </a:lnTo>
                  <a:lnTo>
                    <a:pt x="4748657" y="51943"/>
                  </a:lnTo>
                  <a:lnTo>
                    <a:pt x="4691253" y="13461"/>
                  </a:lnTo>
                  <a:lnTo>
                    <a:pt x="4623434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772275" y="2514600"/>
              <a:ext cx="4800600" cy="5667375"/>
            </a:xfrm>
            <a:custGeom>
              <a:avLst/>
              <a:gdLst/>
              <a:ahLst/>
              <a:cxnLst/>
              <a:rect l="l" t="t" r="r" b="b"/>
              <a:pathLst>
                <a:path w="4800600" h="5667375">
                  <a:moveTo>
                    <a:pt x="177165" y="0"/>
                  </a:moveTo>
                  <a:lnTo>
                    <a:pt x="4623434" y="0"/>
                  </a:lnTo>
                  <a:lnTo>
                    <a:pt x="4658106" y="3428"/>
                  </a:lnTo>
                  <a:lnTo>
                    <a:pt x="4721733" y="29845"/>
                  </a:lnTo>
                  <a:lnTo>
                    <a:pt x="4770755" y="78867"/>
                  </a:lnTo>
                  <a:lnTo>
                    <a:pt x="4797171" y="142494"/>
                  </a:lnTo>
                  <a:lnTo>
                    <a:pt x="4800600" y="177165"/>
                  </a:lnTo>
                  <a:lnTo>
                    <a:pt x="4800600" y="5490210"/>
                  </a:lnTo>
                  <a:lnTo>
                    <a:pt x="4787138" y="5558028"/>
                  </a:lnTo>
                  <a:lnTo>
                    <a:pt x="4748657" y="5615432"/>
                  </a:lnTo>
                  <a:lnTo>
                    <a:pt x="4691253" y="5653913"/>
                  </a:lnTo>
                  <a:lnTo>
                    <a:pt x="4623434" y="5667375"/>
                  </a:lnTo>
                  <a:lnTo>
                    <a:pt x="177165" y="5667375"/>
                  </a:lnTo>
                  <a:lnTo>
                    <a:pt x="109347" y="5653913"/>
                  </a:lnTo>
                  <a:lnTo>
                    <a:pt x="51943" y="5615432"/>
                  </a:lnTo>
                  <a:lnTo>
                    <a:pt x="13461" y="5558028"/>
                  </a:lnTo>
                  <a:lnTo>
                    <a:pt x="0" y="5490210"/>
                  </a:lnTo>
                  <a:lnTo>
                    <a:pt x="0" y="177165"/>
                  </a:lnTo>
                  <a:lnTo>
                    <a:pt x="13461" y="109347"/>
                  </a:lnTo>
                  <a:lnTo>
                    <a:pt x="51943" y="51943"/>
                  </a:lnTo>
                  <a:lnTo>
                    <a:pt x="109347" y="13461"/>
                  </a:lnTo>
                  <a:lnTo>
                    <a:pt x="177165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928104" y="2371788"/>
            <a:ext cx="4305300" cy="3371850"/>
          </a:xfrm>
          <a:prstGeom prst="rect">
            <a:avLst/>
          </a:prstGeom>
        </p:spPr>
        <p:txBody>
          <a:bodyPr wrap="square" lIns="0" tIns="219075" rIns="0" bIns="0" rtlCol="0" vert="horz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725"/>
              </a:spcBef>
              <a:buClr>
                <a:srgbClr val="171D2B"/>
              </a:buClr>
              <a:buFont typeface="Arial"/>
              <a:buChar char="•"/>
              <a:tabLst>
                <a:tab pos="313690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Chọn</a:t>
            </a:r>
            <a:r>
              <a:rPr dirty="0" sz="2400" spc="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tệp</a:t>
            </a:r>
            <a:endParaRPr sz="2400">
              <a:latin typeface="Times New Roman"/>
              <a:cs typeface="Times New Roman"/>
            </a:endParaRPr>
          </a:p>
          <a:p>
            <a:pPr marL="314325" marR="5080" indent="-302260">
              <a:lnSpc>
                <a:spcPct val="153700"/>
              </a:lnSpc>
              <a:spcBef>
                <a:spcPts val="75"/>
              </a:spcBef>
              <a:buFont typeface="Arial"/>
              <a:buChar char="•"/>
              <a:tabLst>
                <a:tab pos="314325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Duyệt</a:t>
            </a:r>
            <a:r>
              <a:rPr dirty="0" sz="24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400" spc="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hoặc</a:t>
            </a:r>
            <a:r>
              <a:rPr dirty="0" sz="24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kéo thả</a:t>
            </a:r>
            <a:r>
              <a:rPr dirty="0" sz="2400" spc="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(Drag</a:t>
            </a:r>
            <a:r>
              <a:rPr dirty="0" sz="2400" spc="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171D2B"/>
                </a:solidFill>
                <a:latin typeface="Times New Roman"/>
                <a:cs typeface="Times New Roman"/>
              </a:rPr>
              <a:t>&amp;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Drop)</a:t>
            </a:r>
            <a:endParaRPr sz="2400">
              <a:latin typeface="Times New Roman"/>
              <a:cs typeface="Times New Roman"/>
            </a:endParaRPr>
          </a:p>
          <a:p>
            <a:pPr marL="313690" indent="-300990">
              <a:lnSpc>
                <a:spcPct val="100000"/>
              </a:lnSpc>
              <a:spcBef>
                <a:spcPts val="1625"/>
              </a:spcBef>
              <a:buFont typeface="Arial"/>
              <a:buChar char="•"/>
              <a:tabLst>
                <a:tab pos="313690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40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đa</a:t>
            </a:r>
            <a:r>
              <a:rPr dirty="0" sz="24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luồng</a:t>
            </a:r>
            <a:endParaRPr sz="2400">
              <a:latin typeface="Times New Roman"/>
              <a:cs typeface="Times New Roman"/>
            </a:endParaRPr>
          </a:p>
          <a:p>
            <a:pPr marL="314325" indent="-301625">
              <a:lnSpc>
                <a:spcPct val="100000"/>
              </a:lnSpc>
              <a:spcBef>
                <a:spcPts val="1100"/>
              </a:spcBef>
              <a:buFont typeface="Arial"/>
              <a:buChar char="•"/>
              <a:tabLst>
                <a:tab pos="314325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Chunking</a:t>
            </a:r>
            <a:r>
              <a:rPr dirty="0" sz="2400" spc="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nhị</a:t>
            </a:r>
            <a:r>
              <a:rPr dirty="0" sz="2400" spc="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phân,</a:t>
            </a:r>
            <a:r>
              <a:rPr dirty="0" sz="2400" spc="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song</a:t>
            </a:r>
            <a:r>
              <a:rPr dirty="0" sz="2400" spc="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song</a:t>
            </a:r>
            <a:endParaRPr sz="2400">
              <a:latin typeface="Times New Roman"/>
              <a:cs typeface="Times New Roman"/>
            </a:endParaRPr>
          </a:p>
          <a:p>
            <a:pPr marL="314325">
              <a:lnSpc>
                <a:spcPct val="100000"/>
              </a:lnSpc>
              <a:spcBef>
                <a:spcPts val="1550"/>
              </a:spcBef>
            </a:pP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Worker</a:t>
            </a:r>
            <a:r>
              <a:rPr dirty="0" sz="2400" spc="-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Threads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928104" y="5870638"/>
            <a:ext cx="4482465" cy="158940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313690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Kiểm</a:t>
            </a:r>
            <a:r>
              <a:rPr dirty="0" sz="240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tra</a:t>
            </a:r>
            <a:r>
              <a:rPr dirty="0" sz="24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tệp</a:t>
            </a:r>
            <a:endParaRPr sz="2400">
              <a:latin typeface="Times New Roman"/>
              <a:cs typeface="Times New Roman"/>
            </a:endParaRPr>
          </a:p>
          <a:p>
            <a:pPr marL="314325" indent="-301625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314325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Xác</a:t>
            </a:r>
            <a:r>
              <a:rPr dirty="0" sz="240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thực</a:t>
            </a:r>
            <a:r>
              <a:rPr dirty="0" sz="2400" spc="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kích thước</a:t>
            </a:r>
            <a:r>
              <a:rPr dirty="0" sz="2400" spc="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400" spc="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định</a:t>
            </a:r>
            <a:r>
              <a:rPr dirty="0" sz="2400" spc="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dạng</a:t>
            </a:r>
            <a:endParaRPr sz="2400">
              <a:latin typeface="Times New Roman"/>
              <a:cs typeface="Times New Roman"/>
            </a:endParaRPr>
          </a:p>
          <a:p>
            <a:pPr marL="314325">
              <a:lnSpc>
                <a:spcPct val="100000"/>
              </a:lnSpc>
              <a:spcBef>
                <a:spcPts val="1620"/>
              </a:spcBef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trước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khi</a:t>
            </a:r>
            <a:r>
              <a:rPr dirty="0" sz="2400" spc="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gửi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96150" y="1228725"/>
            <a:ext cx="1219200" cy="78105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099679" y="1213231"/>
            <a:ext cx="402590" cy="7239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50" spc="-50"/>
              <a:t>ứ</a:t>
            </a:r>
            <a:endParaRPr sz="4550"/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86775" y="1228725"/>
            <a:ext cx="4724400" cy="78105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2908660" y="1213231"/>
            <a:ext cx="402590" cy="723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50" spc="-50" b="1">
                <a:solidFill>
                  <a:srgbClr val="2B578F"/>
                </a:solidFill>
                <a:latin typeface="Calibri"/>
                <a:cs typeface="Calibri"/>
              </a:rPr>
              <a:t>ự</a:t>
            </a:r>
            <a:endParaRPr sz="4550">
              <a:latin typeface="Calibri"/>
              <a:cs typeface="Calibri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96900" y="1228725"/>
            <a:ext cx="1057275" cy="781050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12449175" y="2505075"/>
            <a:ext cx="4819650" cy="4495800"/>
            <a:chOff x="12449175" y="2505075"/>
            <a:chExt cx="4819650" cy="4495800"/>
          </a:xfrm>
        </p:grpSpPr>
        <p:sp>
          <p:nvSpPr>
            <p:cNvPr id="15" name="object 15" descr=""/>
            <p:cNvSpPr/>
            <p:nvPr/>
          </p:nvSpPr>
          <p:spPr>
            <a:xfrm>
              <a:off x="12458700" y="2514600"/>
              <a:ext cx="4800600" cy="4476750"/>
            </a:xfrm>
            <a:custGeom>
              <a:avLst/>
              <a:gdLst/>
              <a:ahLst/>
              <a:cxnLst/>
              <a:rect l="l" t="t" r="r" b="b"/>
              <a:pathLst>
                <a:path w="4800600" h="4476750">
                  <a:moveTo>
                    <a:pt x="4623434" y="0"/>
                  </a:moveTo>
                  <a:lnTo>
                    <a:pt x="177165" y="0"/>
                  </a:lnTo>
                  <a:lnTo>
                    <a:pt x="142494" y="3428"/>
                  </a:lnTo>
                  <a:lnTo>
                    <a:pt x="78867" y="29718"/>
                  </a:lnTo>
                  <a:lnTo>
                    <a:pt x="29845" y="78867"/>
                  </a:lnTo>
                  <a:lnTo>
                    <a:pt x="3428" y="142367"/>
                  </a:lnTo>
                  <a:lnTo>
                    <a:pt x="0" y="177038"/>
                  </a:lnTo>
                  <a:lnTo>
                    <a:pt x="0" y="4299712"/>
                  </a:lnTo>
                  <a:lnTo>
                    <a:pt x="13461" y="4367403"/>
                  </a:lnTo>
                  <a:lnTo>
                    <a:pt x="51943" y="4424934"/>
                  </a:lnTo>
                  <a:lnTo>
                    <a:pt x="109347" y="4463288"/>
                  </a:lnTo>
                  <a:lnTo>
                    <a:pt x="177165" y="4476750"/>
                  </a:lnTo>
                  <a:lnTo>
                    <a:pt x="4623434" y="4476750"/>
                  </a:lnTo>
                  <a:lnTo>
                    <a:pt x="4691253" y="4463288"/>
                  </a:lnTo>
                  <a:lnTo>
                    <a:pt x="4748657" y="4424934"/>
                  </a:lnTo>
                  <a:lnTo>
                    <a:pt x="4787138" y="4367403"/>
                  </a:lnTo>
                  <a:lnTo>
                    <a:pt x="4800600" y="4299712"/>
                  </a:lnTo>
                  <a:lnTo>
                    <a:pt x="4800600" y="177038"/>
                  </a:lnTo>
                  <a:lnTo>
                    <a:pt x="4787138" y="109347"/>
                  </a:lnTo>
                  <a:lnTo>
                    <a:pt x="4748657" y="51816"/>
                  </a:lnTo>
                  <a:lnTo>
                    <a:pt x="4691253" y="13461"/>
                  </a:lnTo>
                  <a:lnTo>
                    <a:pt x="4623434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458700" y="2514600"/>
              <a:ext cx="4800600" cy="4476750"/>
            </a:xfrm>
            <a:custGeom>
              <a:avLst/>
              <a:gdLst/>
              <a:ahLst/>
              <a:cxnLst/>
              <a:rect l="l" t="t" r="r" b="b"/>
              <a:pathLst>
                <a:path w="4800600" h="4476750">
                  <a:moveTo>
                    <a:pt x="177165" y="0"/>
                  </a:moveTo>
                  <a:lnTo>
                    <a:pt x="4623434" y="0"/>
                  </a:lnTo>
                  <a:lnTo>
                    <a:pt x="4658106" y="3428"/>
                  </a:lnTo>
                  <a:lnTo>
                    <a:pt x="4721733" y="29718"/>
                  </a:lnTo>
                  <a:lnTo>
                    <a:pt x="4770755" y="78867"/>
                  </a:lnTo>
                  <a:lnTo>
                    <a:pt x="4797171" y="142367"/>
                  </a:lnTo>
                  <a:lnTo>
                    <a:pt x="4800600" y="177038"/>
                  </a:lnTo>
                  <a:lnTo>
                    <a:pt x="4800600" y="4299712"/>
                  </a:lnTo>
                  <a:lnTo>
                    <a:pt x="4787138" y="4367403"/>
                  </a:lnTo>
                  <a:lnTo>
                    <a:pt x="4748657" y="4424934"/>
                  </a:lnTo>
                  <a:lnTo>
                    <a:pt x="4691253" y="4463288"/>
                  </a:lnTo>
                  <a:lnTo>
                    <a:pt x="4623434" y="4476750"/>
                  </a:lnTo>
                  <a:lnTo>
                    <a:pt x="177165" y="4476750"/>
                  </a:lnTo>
                  <a:lnTo>
                    <a:pt x="109347" y="4463288"/>
                  </a:lnTo>
                  <a:lnTo>
                    <a:pt x="51943" y="4424934"/>
                  </a:lnTo>
                  <a:lnTo>
                    <a:pt x="13461" y="4367403"/>
                  </a:lnTo>
                  <a:lnTo>
                    <a:pt x="0" y="4299712"/>
                  </a:lnTo>
                  <a:lnTo>
                    <a:pt x="0" y="177038"/>
                  </a:lnTo>
                  <a:lnTo>
                    <a:pt x="13461" y="109347"/>
                  </a:lnTo>
                  <a:lnTo>
                    <a:pt x="51943" y="51816"/>
                  </a:lnTo>
                  <a:lnTo>
                    <a:pt x="109347" y="13461"/>
                  </a:lnTo>
                  <a:lnTo>
                    <a:pt x="177165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2700634" y="2464244"/>
            <a:ext cx="4354195" cy="397319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274320" indent="-261620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274320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Điều</a:t>
            </a:r>
            <a:r>
              <a:rPr dirty="0" sz="240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khiển</a:t>
            </a:r>
            <a:r>
              <a:rPr dirty="0" sz="24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dòng</a:t>
            </a:r>
            <a:r>
              <a:rPr dirty="0" sz="2400" spc="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endParaRPr sz="2400">
              <a:latin typeface="Times New Roman"/>
              <a:cs typeface="Times New Roman"/>
            </a:endParaRPr>
          </a:p>
          <a:p>
            <a:pPr marL="274320" indent="-261620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274320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Pause,</a:t>
            </a:r>
            <a:r>
              <a:rPr dirty="0" sz="2400" spc="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Resume,</a:t>
            </a:r>
            <a:r>
              <a:rPr dirty="0" sz="240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Stop</a:t>
            </a:r>
            <a:r>
              <a:rPr dirty="0" sz="2400" spc="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linh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hoạt</a:t>
            </a:r>
            <a:endParaRPr sz="2400">
              <a:latin typeface="Times New Roman"/>
              <a:cs typeface="Times New Roman"/>
            </a:endParaRPr>
          </a:p>
          <a:p>
            <a:pPr marL="274320" indent="-261620">
              <a:lnSpc>
                <a:spcPct val="100000"/>
              </a:lnSpc>
              <a:spcBef>
                <a:spcPts val="944"/>
              </a:spcBef>
              <a:buFont typeface="Arial"/>
              <a:buChar char="•"/>
              <a:tabLst>
                <a:tab pos="274320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Giới</a:t>
            </a:r>
            <a:r>
              <a:rPr dirty="0" sz="240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hạn</a:t>
            </a:r>
            <a:r>
              <a:rPr dirty="0" sz="2400" spc="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tốc</a:t>
            </a:r>
            <a:r>
              <a:rPr dirty="0" sz="24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độ</a:t>
            </a:r>
            <a:endParaRPr sz="2400">
              <a:latin typeface="Times New Roman"/>
              <a:cs typeface="Times New Roman"/>
            </a:endParaRPr>
          </a:p>
          <a:p>
            <a:pPr marL="274320" indent="-261620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274320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Thuật</a:t>
            </a:r>
            <a:r>
              <a:rPr dirty="0" sz="24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toán</a:t>
            </a:r>
            <a:r>
              <a:rPr dirty="0" sz="2400" spc="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throttling</a:t>
            </a:r>
            <a:r>
              <a:rPr dirty="0" sz="2400" spc="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kiểm</a:t>
            </a:r>
            <a:r>
              <a:rPr dirty="0" sz="2400" spc="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soát</a:t>
            </a:r>
            <a:endParaRPr sz="2400">
              <a:latin typeface="Times New Roman"/>
              <a:cs typeface="Times New Roman"/>
            </a:endParaRPr>
          </a:p>
          <a:p>
            <a:pPr marL="274955">
              <a:lnSpc>
                <a:spcPct val="100000"/>
              </a:lnSpc>
              <a:spcBef>
                <a:spcPts val="1019"/>
              </a:spcBef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băng</a:t>
            </a:r>
            <a:r>
              <a:rPr dirty="0" sz="2400" spc="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thông</a:t>
            </a:r>
            <a:endParaRPr sz="2400">
              <a:latin typeface="Times New Roman"/>
              <a:cs typeface="Times New Roman"/>
            </a:endParaRPr>
          </a:p>
          <a:p>
            <a:pPr marL="274320" indent="-261620">
              <a:lnSpc>
                <a:spcPct val="100000"/>
              </a:lnSpc>
              <a:spcBef>
                <a:spcPts val="1030"/>
              </a:spcBef>
              <a:buFont typeface="Arial"/>
              <a:buChar char="•"/>
              <a:tabLst>
                <a:tab pos="274320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Xác thực</a:t>
            </a:r>
            <a:r>
              <a:rPr dirty="0" sz="240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toàn</a:t>
            </a:r>
            <a:r>
              <a:rPr dirty="0" sz="2400" spc="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vẹn</a:t>
            </a:r>
            <a:endParaRPr sz="2400">
              <a:latin typeface="Times New Roman"/>
              <a:cs typeface="Times New Roman"/>
            </a:endParaRPr>
          </a:p>
          <a:p>
            <a:pPr marL="274320" indent="-261620">
              <a:lnSpc>
                <a:spcPct val="100000"/>
              </a:lnSpc>
              <a:spcBef>
                <a:spcPts val="944"/>
              </a:spcBef>
              <a:buFont typeface="Arial"/>
              <a:buChar char="•"/>
              <a:tabLst>
                <a:tab pos="274320" algn="l"/>
              </a:tabLst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So</a:t>
            </a:r>
            <a:r>
              <a:rPr dirty="0" sz="240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khớp</a:t>
            </a:r>
            <a:r>
              <a:rPr dirty="0" sz="2400" spc="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71D2B"/>
                </a:solidFill>
                <a:latin typeface="Times New Roman"/>
                <a:cs typeface="Times New Roman"/>
              </a:rPr>
              <a:t>SHA-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256</a:t>
            </a:r>
            <a:r>
              <a:rPr dirty="0" sz="240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hai</a:t>
            </a:r>
            <a:r>
              <a:rPr dirty="0" sz="2400" spc="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đầu</a:t>
            </a:r>
            <a:r>
              <a:rPr dirty="0" sz="2400" spc="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endParaRPr sz="2400">
              <a:latin typeface="Times New Roman"/>
              <a:cs typeface="Times New Roman"/>
            </a:endParaRPr>
          </a:p>
          <a:p>
            <a:pPr marL="274955">
              <a:lnSpc>
                <a:spcPct val="100000"/>
              </a:lnSpc>
              <a:spcBef>
                <a:spcPts val="1025"/>
              </a:spcBef>
            </a:pPr>
            <a:r>
              <a:rPr dirty="0" sz="2400">
                <a:solidFill>
                  <a:srgbClr val="171D2B"/>
                </a:solidFill>
                <a:latin typeface="Times New Roman"/>
                <a:cs typeface="Times New Roman"/>
              </a:rPr>
              <a:t>-</a:t>
            </a:r>
            <a:r>
              <a:rPr dirty="0" sz="240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876300"/>
            <a:ext cx="9648825" cy="9410700"/>
            <a:chOff x="0" y="876300"/>
            <a:chExt cx="9648825" cy="94107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419349"/>
              <a:ext cx="9648824" cy="786764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4" y="876300"/>
              <a:ext cx="7581900" cy="6629400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06800" y="8562975"/>
            <a:ext cx="1133475" cy="752475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9553575" y="885825"/>
            <a:ext cx="2819400" cy="1057275"/>
            <a:chOff x="9553575" y="885825"/>
            <a:chExt cx="2819400" cy="1057275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53575" y="885825"/>
              <a:ext cx="1066800" cy="105727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77500" y="885825"/>
              <a:ext cx="1895475" cy="1057275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63475" y="885825"/>
            <a:ext cx="1266825" cy="105727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925550" y="885825"/>
            <a:ext cx="2600325" cy="105727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077195" y="845438"/>
            <a:ext cx="6500495" cy="9753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926589" algn="l"/>
                <a:tab pos="3342640" algn="l"/>
                <a:tab pos="6088380" algn="l"/>
              </a:tabLst>
            </a:pPr>
            <a:r>
              <a:rPr dirty="0" sz="6200" spc="-50"/>
              <a:t>ế</a:t>
            </a:r>
            <a:r>
              <a:rPr dirty="0" sz="6200"/>
              <a:t>	</a:t>
            </a:r>
            <a:r>
              <a:rPr dirty="0" sz="6200" spc="-50"/>
              <a:t>ả</a:t>
            </a:r>
            <a:r>
              <a:rPr dirty="0" sz="6200"/>
              <a:t>	</a:t>
            </a:r>
            <a:r>
              <a:rPr dirty="0" sz="6200" spc="-50"/>
              <a:t>ự</a:t>
            </a:r>
            <a:r>
              <a:rPr dirty="0" sz="6200"/>
              <a:t>	</a:t>
            </a:r>
            <a:r>
              <a:rPr dirty="0" sz="6200" spc="-50"/>
              <a:t>ệ</a:t>
            </a:r>
            <a:endParaRPr sz="6200"/>
          </a:p>
        </p:txBody>
      </p:sp>
      <p:grpSp>
        <p:nvGrpSpPr>
          <p:cNvPr id="12" name="object 12" descr=""/>
          <p:cNvGrpSpPr/>
          <p:nvPr/>
        </p:nvGrpSpPr>
        <p:grpSpPr>
          <a:xfrm>
            <a:off x="9648825" y="885825"/>
            <a:ext cx="8482330" cy="6934200"/>
            <a:chOff x="9648825" y="885825"/>
            <a:chExt cx="8482330" cy="6934200"/>
          </a:xfrm>
        </p:grpSpPr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54450" y="885825"/>
              <a:ext cx="1428750" cy="1057275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9658350" y="1952625"/>
              <a:ext cx="8458200" cy="5857875"/>
            </a:xfrm>
            <a:custGeom>
              <a:avLst/>
              <a:gdLst/>
              <a:ahLst/>
              <a:cxnLst/>
              <a:rect l="l" t="t" r="r" b="b"/>
              <a:pathLst>
                <a:path w="8458200" h="5857875">
                  <a:moveTo>
                    <a:pt x="8357361" y="0"/>
                  </a:moveTo>
                  <a:lnTo>
                    <a:pt x="100838" y="0"/>
                  </a:lnTo>
                  <a:lnTo>
                    <a:pt x="81025" y="2540"/>
                  </a:lnTo>
                  <a:lnTo>
                    <a:pt x="44830" y="21844"/>
                  </a:lnTo>
                  <a:lnTo>
                    <a:pt x="16891" y="57657"/>
                  </a:lnTo>
                  <a:lnTo>
                    <a:pt x="1904" y="104140"/>
                  </a:lnTo>
                  <a:lnTo>
                    <a:pt x="0" y="129540"/>
                  </a:lnTo>
                  <a:lnTo>
                    <a:pt x="0" y="5728335"/>
                  </a:lnTo>
                  <a:lnTo>
                    <a:pt x="7874" y="5778754"/>
                  </a:lnTo>
                  <a:lnTo>
                    <a:pt x="29591" y="5819902"/>
                  </a:lnTo>
                  <a:lnTo>
                    <a:pt x="61595" y="5847715"/>
                  </a:lnTo>
                  <a:lnTo>
                    <a:pt x="100838" y="5857875"/>
                  </a:lnTo>
                  <a:lnTo>
                    <a:pt x="8357361" y="5857875"/>
                  </a:lnTo>
                  <a:lnTo>
                    <a:pt x="8395969" y="5847969"/>
                  </a:lnTo>
                  <a:lnTo>
                    <a:pt x="8428736" y="5820029"/>
                  </a:lnTo>
                  <a:lnTo>
                    <a:pt x="8450453" y="5777865"/>
                  </a:lnTo>
                  <a:lnTo>
                    <a:pt x="8458200" y="5728335"/>
                  </a:lnTo>
                  <a:lnTo>
                    <a:pt x="8458200" y="129540"/>
                  </a:lnTo>
                  <a:lnTo>
                    <a:pt x="8450453" y="80009"/>
                  </a:lnTo>
                  <a:lnTo>
                    <a:pt x="8428736" y="37846"/>
                  </a:lnTo>
                  <a:lnTo>
                    <a:pt x="8395969" y="9905"/>
                  </a:lnTo>
                  <a:lnTo>
                    <a:pt x="8357361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658350" y="1952625"/>
              <a:ext cx="8458200" cy="5857875"/>
            </a:xfrm>
            <a:custGeom>
              <a:avLst/>
              <a:gdLst/>
              <a:ahLst/>
              <a:cxnLst/>
              <a:rect l="l" t="t" r="r" b="b"/>
              <a:pathLst>
                <a:path w="8458200" h="5857875">
                  <a:moveTo>
                    <a:pt x="100838" y="0"/>
                  </a:moveTo>
                  <a:lnTo>
                    <a:pt x="8357361" y="0"/>
                  </a:lnTo>
                  <a:lnTo>
                    <a:pt x="8377173" y="2540"/>
                  </a:lnTo>
                  <a:lnTo>
                    <a:pt x="8413369" y="21844"/>
                  </a:lnTo>
                  <a:lnTo>
                    <a:pt x="8441309" y="57657"/>
                  </a:lnTo>
                  <a:lnTo>
                    <a:pt x="8456294" y="104140"/>
                  </a:lnTo>
                  <a:lnTo>
                    <a:pt x="8458200" y="129540"/>
                  </a:lnTo>
                  <a:lnTo>
                    <a:pt x="8458200" y="5728335"/>
                  </a:lnTo>
                  <a:lnTo>
                    <a:pt x="8450453" y="5777865"/>
                  </a:lnTo>
                  <a:lnTo>
                    <a:pt x="8428736" y="5820029"/>
                  </a:lnTo>
                  <a:lnTo>
                    <a:pt x="8395969" y="5847969"/>
                  </a:lnTo>
                  <a:lnTo>
                    <a:pt x="8357361" y="5857875"/>
                  </a:lnTo>
                  <a:lnTo>
                    <a:pt x="100838" y="5857875"/>
                  </a:lnTo>
                  <a:lnTo>
                    <a:pt x="61595" y="5847715"/>
                  </a:lnTo>
                  <a:lnTo>
                    <a:pt x="29591" y="5819902"/>
                  </a:lnTo>
                  <a:lnTo>
                    <a:pt x="7874" y="5778754"/>
                  </a:lnTo>
                  <a:lnTo>
                    <a:pt x="0" y="5728335"/>
                  </a:lnTo>
                  <a:lnTo>
                    <a:pt x="0" y="129540"/>
                  </a:lnTo>
                  <a:lnTo>
                    <a:pt x="7747" y="80009"/>
                  </a:lnTo>
                  <a:lnTo>
                    <a:pt x="29464" y="37846"/>
                  </a:lnTo>
                  <a:lnTo>
                    <a:pt x="62229" y="9905"/>
                  </a:lnTo>
                  <a:lnTo>
                    <a:pt x="100838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857105" y="2273934"/>
              <a:ext cx="8274050" cy="3895725"/>
            </a:xfrm>
            <a:custGeom>
              <a:avLst/>
              <a:gdLst/>
              <a:ahLst/>
              <a:cxnLst/>
              <a:rect l="l" t="t" r="r" b="b"/>
              <a:pathLst>
                <a:path w="8274050" h="3895725">
                  <a:moveTo>
                    <a:pt x="877887" y="0"/>
                  </a:moveTo>
                  <a:lnTo>
                    <a:pt x="219075" y="0"/>
                  </a:lnTo>
                  <a:lnTo>
                    <a:pt x="219075" y="314325"/>
                  </a:lnTo>
                  <a:lnTo>
                    <a:pt x="877887" y="314325"/>
                  </a:lnTo>
                  <a:lnTo>
                    <a:pt x="877887" y="0"/>
                  </a:lnTo>
                  <a:close/>
                </a:path>
                <a:path w="8274050" h="3895725">
                  <a:moveTo>
                    <a:pt x="949325" y="3581400"/>
                  </a:moveTo>
                  <a:lnTo>
                    <a:pt x="882650" y="3581400"/>
                  </a:lnTo>
                  <a:lnTo>
                    <a:pt x="219075" y="3581400"/>
                  </a:lnTo>
                  <a:lnTo>
                    <a:pt x="219075" y="3895725"/>
                  </a:lnTo>
                  <a:lnTo>
                    <a:pt x="882650" y="3895725"/>
                  </a:lnTo>
                  <a:lnTo>
                    <a:pt x="949325" y="3895725"/>
                  </a:lnTo>
                  <a:lnTo>
                    <a:pt x="949325" y="3581400"/>
                  </a:lnTo>
                  <a:close/>
                </a:path>
                <a:path w="8274050" h="3895725">
                  <a:moveTo>
                    <a:pt x="1449387" y="514350"/>
                  </a:moveTo>
                  <a:lnTo>
                    <a:pt x="219075" y="514350"/>
                  </a:lnTo>
                  <a:lnTo>
                    <a:pt x="219075" y="828675"/>
                  </a:lnTo>
                  <a:lnTo>
                    <a:pt x="1449387" y="828675"/>
                  </a:lnTo>
                  <a:lnTo>
                    <a:pt x="1449387" y="514350"/>
                  </a:lnTo>
                  <a:close/>
                </a:path>
                <a:path w="8274050" h="3895725">
                  <a:moveTo>
                    <a:pt x="1530350" y="2028825"/>
                  </a:moveTo>
                  <a:lnTo>
                    <a:pt x="1463675" y="2028825"/>
                  </a:lnTo>
                  <a:lnTo>
                    <a:pt x="815975" y="2028825"/>
                  </a:lnTo>
                  <a:lnTo>
                    <a:pt x="749300" y="2028825"/>
                  </a:lnTo>
                  <a:lnTo>
                    <a:pt x="0" y="2028825"/>
                  </a:lnTo>
                  <a:lnTo>
                    <a:pt x="0" y="2343150"/>
                  </a:lnTo>
                  <a:lnTo>
                    <a:pt x="749300" y="2343150"/>
                  </a:lnTo>
                  <a:lnTo>
                    <a:pt x="815975" y="2343150"/>
                  </a:lnTo>
                  <a:lnTo>
                    <a:pt x="1463675" y="2343150"/>
                  </a:lnTo>
                  <a:lnTo>
                    <a:pt x="1530350" y="2343150"/>
                  </a:lnTo>
                  <a:lnTo>
                    <a:pt x="1530350" y="2028825"/>
                  </a:lnTo>
                  <a:close/>
                </a:path>
                <a:path w="8274050" h="3895725">
                  <a:moveTo>
                    <a:pt x="2176399" y="1019175"/>
                  </a:moveTo>
                  <a:lnTo>
                    <a:pt x="587375" y="1019175"/>
                  </a:lnTo>
                  <a:lnTo>
                    <a:pt x="0" y="1019175"/>
                  </a:lnTo>
                  <a:lnTo>
                    <a:pt x="0" y="1333500"/>
                  </a:lnTo>
                  <a:lnTo>
                    <a:pt x="587375" y="1333500"/>
                  </a:lnTo>
                  <a:lnTo>
                    <a:pt x="2176399" y="1333500"/>
                  </a:lnTo>
                  <a:lnTo>
                    <a:pt x="2176399" y="1019175"/>
                  </a:lnTo>
                  <a:close/>
                </a:path>
                <a:path w="8274050" h="3895725">
                  <a:moveTo>
                    <a:pt x="2547937" y="514350"/>
                  </a:moveTo>
                  <a:lnTo>
                    <a:pt x="2547937" y="514350"/>
                  </a:lnTo>
                  <a:lnTo>
                    <a:pt x="1449451" y="514350"/>
                  </a:lnTo>
                  <a:lnTo>
                    <a:pt x="1449451" y="828675"/>
                  </a:lnTo>
                  <a:lnTo>
                    <a:pt x="2547937" y="828675"/>
                  </a:lnTo>
                  <a:lnTo>
                    <a:pt x="2547937" y="514350"/>
                  </a:lnTo>
                  <a:close/>
                </a:path>
                <a:path w="8274050" h="3895725">
                  <a:moveTo>
                    <a:pt x="2601912" y="3067050"/>
                  </a:moveTo>
                  <a:lnTo>
                    <a:pt x="2511425" y="3067050"/>
                  </a:lnTo>
                  <a:lnTo>
                    <a:pt x="219075" y="3067050"/>
                  </a:lnTo>
                  <a:lnTo>
                    <a:pt x="219075" y="3381375"/>
                  </a:lnTo>
                  <a:lnTo>
                    <a:pt x="2511425" y="3381375"/>
                  </a:lnTo>
                  <a:lnTo>
                    <a:pt x="2601912" y="3381375"/>
                  </a:lnTo>
                  <a:lnTo>
                    <a:pt x="2601912" y="3067050"/>
                  </a:lnTo>
                  <a:close/>
                </a:path>
                <a:path w="8274050" h="3895725">
                  <a:moveTo>
                    <a:pt x="2671762" y="0"/>
                  </a:moveTo>
                  <a:lnTo>
                    <a:pt x="1549400" y="0"/>
                  </a:lnTo>
                  <a:lnTo>
                    <a:pt x="1482788" y="0"/>
                  </a:lnTo>
                  <a:lnTo>
                    <a:pt x="877951" y="0"/>
                  </a:lnTo>
                  <a:lnTo>
                    <a:pt x="877951" y="314325"/>
                  </a:lnTo>
                  <a:lnTo>
                    <a:pt x="1482725" y="314325"/>
                  </a:lnTo>
                  <a:lnTo>
                    <a:pt x="1549400" y="314325"/>
                  </a:lnTo>
                  <a:lnTo>
                    <a:pt x="2671762" y="314325"/>
                  </a:lnTo>
                  <a:lnTo>
                    <a:pt x="2671762" y="0"/>
                  </a:lnTo>
                  <a:close/>
                </a:path>
                <a:path w="8274050" h="3895725">
                  <a:moveTo>
                    <a:pt x="3433762" y="2552700"/>
                  </a:moveTo>
                  <a:lnTo>
                    <a:pt x="2692400" y="2552700"/>
                  </a:lnTo>
                  <a:lnTo>
                    <a:pt x="2625725" y="2552700"/>
                  </a:lnTo>
                  <a:lnTo>
                    <a:pt x="219075" y="2552700"/>
                  </a:lnTo>
                  <a:lnTo>
                    <a:pt x="219075" y="2867025"/>
                  </a:lnTo>
                  <a:lnTo>
                    <a:pt x="2625725" y="2867025"/>
                  </a:lnTo>
                  <a:lnTo>
                    <a:pt x="2692400" y="2867025"/>
                  </a:lnTo>
                  <a:lnTo>
                    <a:pt x="3433762" y="2867025"/>
                  </a:lnTo>
                  <a:lnTo>
                    <a:pt x="3433762" y="2552700"/>
                  </a:lnTo>
                  <a:close/>
                </a:path>
                <a:path w="8274050" h="3895725">
                  <a:moveTo>
                    <a:pt x="3913187" y="1533525"/>
                  </a:moveTo>
                  <a:lnTo>
                    <a:pt x="2867025" y="1533525"/>
                  </a:lnTo>
                  <a:lnTo>
                    <a:pt x="2800350" y="1533525"/>
                  </a:lnTo>
                  <a:lnTo>
                    <a:pt x="219075" y="1533525"/>
                  </a:lnTo>
                  <a:lnTo>
                    <a:pt x="219075" y="1847850"/>
                  </a:lnTo>
                  <a:lnTo>
                    <a:pt x="2800350" y="1847850"/>
                  </a:lnTo>
                  <a:lnTo>
                    <a:pt x="2867025" y="1847850"/>
                  </a:lnTo>
                  <a:lnTo>
                    <a:pt x="3913187" y="1847850"/>
                  </a:lnTo>
                  <a:lnTo>
                    <a:pt x="3913187" y="1533525"/>
                  </a:lnTo>
                  <a:close/>
                </a:path>
                <a:path w="8274050" h="3895725">
                  <a:moveTo>
                    <a:pt x="4398962" y="0"/>
                  </a:moveTo>
                  <a:lnTo>
                    <a:pt x="4398962" y="0"/>
                  </a:lnTo>
                  <a:lnTo>
                    <a:pt x="2671826" y="0"/>
                  </a:lnTo>
                  <a:lnTo>
                    <a:pt x="2671826" y="314325"/>
                  </a:lnTo>
                  <a:lnTo>
                    <a:pt x="4398962" y="314325"/>
                  </a:lnTo>
                  <a:lnTo>
                    <a:pt x="4398962" y="0"/>
                  </a:lnTo>
                  <a:close/>
                </a:path>
                <a:path w="8274050" h="3895725">
                  <a:moveTo>
                    <a:pt x="4727575" y="1019175"/>
                  </a:moveTo>
                  <a:lnTo>
                    <a:pt x="2817876" y="1019175"/>
                  </a:lnTo>
                  <a:lnTo>
                    <a:pt x="2751201" y="1019175"/>
                  </a:lnTo>
                  <a:lnTo>
                    <a:pt x="2176526" y="1019175"/>
                  </a:lnTo>
                  <a:lnTo>
                    <a:pt x="2176526" y="1333500"/>
                  </a:lnTo>
                  <a:lnTo>
                    <a:pt x="2751201" y="1333500"/>
                  </a:lnTo>
                  <a:lnTo>
                    <a:pt x="2817876" y="1333500"/>
                  </a:lnTo>
                  <a:lnTo>
                    <a:pt x="4727575" y="1333500"/>
                  </a:lnTo>
                  <a:lnTo>
                    <a:pt x="4727575" y="1019175"/>
                  </a:lnTo>
                  <a:close/>
                </a:path>
                <a:path w="8274050" h="3895725">
                  <a:moveTo>
                    <a:pt x="4878387" y="3067050"/>
                  </a:moveTo>
                  <a:lnTo>
                    <a:pt x="4518025" y="3067050"/>
                  </a:lnTo>
                  <a:lnTo>
                    <a:pt x="4451350" y="3067050"/>
                  </a:lnTo>
                  <a:lnTo>
                    <a:pt x="2601976" y="3067050"/>
                  </a:lnTo>
                  <a:lnTo>
                    <a:pt x="2601976" y="3381375"/>
                  </a:lnTo>
                  <a:lnTo>
                    <a:pt x="4451350" y="3381375"/>
                  </a:lnTo>
                  <a:lnTo>
                    <a:pt x="4518025" y="3381375"/>
                  </a:lnTo>
                  <a:lnTo>
                    <a:pt x="4878387" y="3381375"/>
                  </a:lnTo>
                  <a:lnTo>
                    <a:pt x="4878387" y="3067050"/>
                  </a:lnTo>
                  <a:close/>
                </a:path>
                <a:path w="8274050" h="3895725">
                  <a:moveTo>
                    <a:pt x="6007100" y="2552700"/>
                  </a:moveTo>
                  <a:lnTo>
                    <a:pt x="5940539" y="2552700"/>
                  </a:lnTo>
                  <a:lnTo>
                    <a:pt x="3500501" y="2552700"/>
                  </a:lnTo>
                  <a:lnTo>
                    <a:pt x="3433826" y="2552700"/>
                  </a:lnTo>
                  <a:lnTo>
                    <a:pt x="3433826" y="2867025"/>
                  </a:lnTo>
                  <a:lnTo>
                    <a:pt x="3500501" y="2867025"/>
                  </a:lnTo>
                  <a:lnTo>
                    <a:pt x="5940425" y="2867025"/>
                  </a:lnTo>
                  <a:lnTo>
                    <a:pt x="6007100" y="2867025"/>
                  </a:lnTo>
                  <a:lnTo>
                    <a:pt x="6007100" y="2552700"/>
                  </a:lnTo>
                  <a:close/>
                </a:path>
                <a:path w="8274050" h="3895725">
                  <a:moveTo>
                    <a:pt x="6157912" y="1533525"/>
                  </a:moveTo>
                  <a:lnTo>
                    <a:pt x="6157912" y="1533525"/>
                  </a:lnTo>
                  <a:lnTo>
                    <a:pt x="3913251" y="1533525"/>
                  </a:lnTo>
                  <a:lnTo>
                    <a:pt x="3913251" y="1847850"/>
                  </a:lnTo>
                  <a:lnTo>
                    <a:pt x="6157912" y="1847850"/>
                  </a:lnTo>
                  <a:lnTo>
                    <a:pt x="6157912" y="1533525"/>
                  </a:lnTo>
                  <a:close/>
                </a:path>
                <a:path w="8274050" h="3895725">
                  <a:moveTo>
                    <a:pt x="6507226" y="514350"/>
                  </a:moveTo>
                  <a:lnTo>
                    <a:pt x="6507226" y="514350"/>
                  </a:lnTo>
                  <a:lnTo>
                    <a:pt x="2548001" y="514350"/>
                  </a:lnTo>
                  <a:lnTo>
                    <a:pt x="2548001" y="828675"/>
                  </a:lnTo>
                  <a:lnTo>
                    <a:pt x="6507226" y="828675"/>
                  </a:lnTo>
                  <a:lnTo>
                    <a:pt x="6507226" y="514350"/>
                  </a:lnTo>
                  <a:close/>
                </a:path>
                <a:path w="8274050" h="3895725">
                  <a:moveTo>
                    <a:pt x="6723062" y="0"/>
                  </a:moveTo>
                  <a:lnTo>
                    <a:pt x="6723062" y="0"/>
                  </a:lnTo>
                  <a:lnTo>
                    <a:pt x="4399026" y="0"/>
                  </a:lnTo>
                  <a:lnTo>
                    <a:pt x="4399026" y="314325"/>
                  </a:lnTo>
                  <a:lnTo>
                    <a:pt x="6723062" y="314325"/>
                  </a:lnTo>
                  <a:lnTo>
                    <a:pt x="6723062" y="0"/>
                  </a:lnTo>
                  <a:close/>
                </a:path>
                <a:path w="8274050" h="3895725">
                  <a:moveTo>
                    <a:pt x="7501001" y="0"/>
                  </a:moveTo>
                  <a:lnTo>
                    <a:pt x="7434326" y="0"/>
                  </a:lnTo>
                  <a:lnTo>
                    <a:pt x="6723126" y="0"/>
                  </a:lnTo>
                  <a:lnTo>
                    <a:pt x="6723126" y="314325"/>
                  </a:lnTo>
                  <a:lnTo>
                    <a:pt x="7434326" y="314325"/>
                  </a:lnTo>
                  <a:lnTo>
                    <a:pt x="7501001" y="314325"/>
                  </a:lnTo>
                  <a:lnTo>
                    <a:pt x="7501001" y="0"/>
                  </a:lnTo>
                  <a:close/>
                </a:path>
                <a:path w="8274050" h="3895725">
                  <a:moveTo>
                    <a:pt x="7621587" y="3067050"/>
                  </a:moveTo>
                  <a:lnTo>
                    <a:pt x="7621587" y="3067050"/>
                  </a:lnTo>
                  <a:lnTo>
                    <a:pt x="4878451" y="3067050"/>
                  </a:lnTo>
                  <a:lnTo>
                    <a:pt x="4878451" y="3381375"/>
                  </a:lnTo>
                  <a:lnTo>
                    <a:pt x="7621587" y="3381375"/>
                  </a:lnTo>
                  <a:lnTo>
                    <a:pt x="7621587" y="3067050"/>
                  </a:lnTo>
                  <a:close/>
                </a:path>
                <a:path w="8274050" h="3895725">
                  <a:moveTo>
                    <a:pt x="8161401" y="3067050"/>
                  </a:moveTo>
                  <a:lnTo>
                    <a:pt x="7688326" y="3067050"/>
                  </a:lnTo>
                  <a:lnTo>
                    <a:pt x="7621651" y="3067050"/>
                  </a:lnTo>
                  <a:lnTo>
                    <a:pt x="7621651" y="3381375"/>
                  </a:lnTo>
                  <a:lnTo>
                    <a:pt x="7688326" y="3381375"/>
                  </a:lnTo>
                  <a:lnTo>
                    <a:pt x="8161401" y="3381375"/>
                  </a:lnTo>
                  <a:lnTo>
                    <a:pt x="8161401" y="3067050"/>
                  </a:lnTo>
                  <a:close/>
                </a:path>
                <a:path w="8274050" h="3895725">
                  <a:moveTo>
                    <a:pt x="8274050" y="1533525"/>
                  </a:moveTo>
                  <a:lnTo>
                    <a:pt x="6970776" y="1533525"/>
                  </a:lnTo>
                  <a:lnTo>
                    <a:pt x="6904101" y="1533525"/>
                  </a:lnTo>
                  <a:lnTo>
                    <a:pt x="6224651" y="1533525"/>
                  </a:lnTo>
                  <a:lnTo>
                    <a:pt x="6157976" y="1533525"/>
                  </a:lnTo>
                  <a:lnTo>
                    <a:pt x="6157976" y="1847850"/>
                  </a:lnTo>
                  <a:lnTo>
                    <a:pt x="6224651" y="1847850"/>
                  </a:lnTo>
                  <a:lnTo>
                    <a:pt x="6904101" y="1847850"/>
                  </a:lnTo>
                  <a:lnTo>
                    <a:pt x="6970776" y="1847850"/>
                  </a:lnTo>
                  <a:lnTo>
                    <a:pt x="8274050" y="1847850"/>
                  </a:lnTo>
                  <a:lnTo>
                    <a:pt x="8274050" y="15335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857105" y="5855334"/>
              <a:ext cx="8067675" cy="1838325"/>
            </a:xfrm>
            <a:custGeom>
              <a:avLst/>
              <a:gdLst/>
              <a:ahLst/>
              <a:cxnLst/>
              <a:rect l="l" t="t" r="r" b="b"/>
              <a:pathLst>
                <a:path w="8067675" h="1838325">
                  <a:moveTo>
                    <a:pt x="604837" y="1524000"/>
                  </a:moveTo>
                  <a:lnTo>
                    <a:pt x="0" y="1524000"/>
                  </a:lnTo>
                  <a:lnTo>
                    <a:pt x="0" y="1838325"/>
                  </a:lnTo>
                  <a:lnTo>
                    <a:pt x="604837" y="1838325"/>
                  </a:lnTo>
                  <a:lnTo>
                    <a:pt x="604837" y="1524000"/>
                  </a:lnTo>
                  <a:close/>
                </a:path>
                <a:path w="8067675" h="1838325">
                  <a:moveTo>
                    <a:pt x="1446212" y="504825"/>
                  </a:moveTo>
                  <a:lnTo>
                    <a:pt x="473075" y="504825"/>
                  </a:lnTo>
                  <a:lnTo>
                    <a:pt x="406400" y="504825"/>
                  </a:lnTo>
                  <a:lnTo>
                    <a:pt x="0" y="504825"/>
                  </a:lnTo>
                  <a:lnTo>
                    <a:pt x="0" y="819150"/>
                  </a:lnTo>
                  <a:lnTo>
                    <a:pt x="406400" y="819150"/>
                  </a:lnTo>
                  <a:lnTo>
                    <a:pt x="473075" y="819150"/>
                  </a:lnTo>
                  <a:lnTo>
                    <a:pt x="1446212" y="819150"/>
                  </a:lnTo>
                  <a:lnTo>
                    <a:pt x="1446212" y="504825"/>
                  </a:lnTo>
                  <a:close/>
                </a:path>
                <a:path w="8067675" h="1838325">
                  <a:moveTo>
                    <a:pt x="2081212" y="1524000"/>
                  </a:moveTo>
                  <a:lnTo>
                    <a:pt x="2081212" y="1524000"/>
                  </a:lnTo>
                  <a:lnTo>
                    <a:pt x="604901" y="1524000"/>
                  </a:lnTo>
                  <a:lnTo>
                    <a:pt x="604901" y="1838325"/>
                  </a:lnTo>
                  <a:lnTo>
                    <a:pt x="2081212" y="1838325"/>
                  </a:lnTo>
                  <a:lnTo>
                    <a:pt x="2081212" y="1524000"/>
                  </a:lnTo>
                  <a:close/>
                </a:path>
                <a:path w="8067675" h="1838325">
                  <a:moveTo>
                    <a:pt x="3494087" y="0"/>
                  </a:moveTo>
                  <a:lnTo>
                    <a:pt x="2752725" y="0"/>
                  </a:lnTo>
                  <a:lnTo>
                    <a:pt x="2686050" y="0"/>
                  </a:lnTo>
                  <a:lnTo>
                    <a:pt x="949325" y="0"/>
                  </a:lnTo>
                  <a:lnTo>
                    <a:pt x="882650" y="0"/>
                  </a:lnTo>
                  <a:lnTo>
                    <a:pt x="882650" y="314325"/>
                  </a:lnTo>
                  <a:lnTo>
                    <a:pt x="949325" y="314325"/>
                  </a:lnTo>
                  <a:lnTo>
                    <a:pt x="2686050" y="314325"/>
                  </a:lnTo>
                  <a:lnTo>
                    <a:pt x="2752725" y="314325"/>
                  </a:lnTo>
                  <a:lnTo>
                    <a:pt x="3494087" y="314325"/>
                  </a:lnTo>
                  <a:lnTo>
                    <a:pt x="3494087" y="0"/>
                  </a:lnTo>
                  <a:close/>
                </a:path>
                <a:path w="8067675" h="1838325">
                  <a:moveTo>
                    <a:pt x="3744912" y="1019175"/>
                  </a:moveTo>
                  <a:lnTo>
                    <a:pt x="3384550" y="1019175"/>
                  </a:lnTo>
                  <a:lnTo>
                    <a:pt x="3317875" y="1019175"/>
                  </a:lnTo>
                  <a:lnTo>
                    <a:pt x="219075" y="1019175"/>
                  </a:lnTo>
                  <a:lnTo>
                    <a:pt x="219075" y="1333500"/>
                  </a:lnTo>
                  <a:lnTo>
                    <a:pt x="3317875" y="1333500"/>
                  </a:lnTo>
                  <a:lnTo>
                    <a:pt x="3384550" y="1333500"/>
                  </a:lnTo>
                  <a:lnTo>
                    <a:pt x="3744912" y="1333500"/>
                  </a:lnTo>
                  <a:lnTo>
                    <a:pt x="3744912" y="1019175"/>
                  </a:lnTo>
                  <a:close/>
                </a:path>
                <a:path w="8067675" h="1838325">
                  <a:moveTo>
                    <a:pt x="4760912" y="504825"/>
                  </a:moveTo>
                  <a:lnTo>
                    <a:pt x="4760912" y="504825"/>
                  </a:lnTo>
                  <a:lnTo>
                    <a:pt x="1446276" y="504825"/>
                  </a:lnTo>
                  <a:lnTo>
                    <a:pt x="1446276" y="819150"/>
                  </a:lnTo>
                  <a:lnTo>
                    <a:pt x="4760912" y="819150"/>
                  </a:lnTo>
                  <a:lnTo>
                    <a:pt x="4760912" y="504825"/>
                  </a:lnTo>
                  <a:close/>
                </a:path>
                <a:path w="8067675" h="1838325">
                  <a:moveTo>
                    <a:pt x="4827651" y="504825"/>
                  </a:moveTo>
                  <a:lnTo>
                    <a:pt x="4760976" y="504825"/>
                  </a:lnTo>
                  <a:lnTo>
                    <a:pt x="4760976" y="819150"/>
                  </a:lnTo>
                  <a:lnTo>
                    <a:pt x="4827651" y="819150"/>
                  </a:lnTo>
                  <a:lnTo>
                    <a:pt x="4827651" y="504825"/>
                  </a:lnTo>
                  <a:close/>
                </a:path>
                <a:path w="8067675" h="1838325">
                  <a:moveTo>
                    <a:pt x="5037201" y="0"/>
                  </a:moveTo>
                  <a:lnTo>
                    <a:pt x="3560826" y="0"/>
                  </a:lnTo>
                  <a:lnTo>
                    <a:pt x="3494151" y="0"/>
                  </a:lnTo>
                  <a:lnTo>
                    <a:pt x="3494151" y="314325"/>
                  </a:lnTo>
                  <a:lnTo>
                    <a:pt x="3560826" y="314325"/>
                  </a:lnTo>
                  <a:lnTo>
                    <a:pt x="5037201" y="314325"/>
                  </a:lnTo>
                  <a:lnTo>
                    <a:pt x="5037201" y="0"/>
                  </a:lnTo>
                  <a:close/>
                </a:path>
                <a:path w="8067675" h="1838325">
                  <a:moveTo>
                    <a:pt x="5051425" y="1524000"/>
                  </a:moveTo>
                  <a:lnTo>
                    <a:pt x="5051425" y="1524000"/>
                  </a:lnTo>
                  <a:lnTo>
                    <a:pt x="2081276" y="1524000"/>
                  </a:lnTo>
                  <a:lnTo>
                    <a:pt x="2081276" y="1838325"/>
                  </a:lnTo>
                  <a:lnTo>
                    <a:pt x="5051425" y="1838325"/>
                  </a:lnTo>
                  <a:lnTo>
                    <a:pt x="5051425" y="1524000"/>
                  </a:lnTo>
                  <a:close/>
                </a:path>
                <a:path w="8067675" h="1838325">
                  <a:moveTo>
                    <a:pt x="7507224" y="1019175"/>
                  </a:moveTo>
                  <a:lnTo>
                    <a:pt x="7507224" y="1019175"/>
                  </a:lnTo>
                  <a:lnTo>
                    <a:pt x="3744976" y="1019175"/>
                  </a:lnTo>
                  <a:lnTo>
                    <a:pt x="3744976" y="1333500"/>
                  </a:lnTo>
                  <a:lnTo>
                    <a:pt x="7507224" y="1333500"/>
                  </a:lnTo>
                  <a:lnTo>
                    <a:pt x="7507224" y="1019175"/>
                  </a:lnTo>
                  <a:close/>
                </a:path>
                <a:path w="8067675" h="1838325">
                  <a:moveTo>
                    <a:pt x="8067675" y="1019175"/>
                  </a:moveTo>
                  <a:lnTo>
                    <a:pt x="8067675" y="1019175"/>
                  </a:lnTo>
                  <a:lnTo>
                    <a:pt x="7507351" y="1019175"/>
                  </a:lnTo>
                  <a:lnTo>
                    <a:pt x="7507351" y="1333500"/>
                  </a:lnTo>
                  <a:lnTo>
                    <a:pt x="8067675" y="1333500"/>
                  </a:lnTo>
                  <a:lnTo>
                    <a:pt x="8067675" y="10191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9849484" y="2051239"/>
            <a:ext cx="8237855" cy="5651500"/>
          </a:xfrm>
          <a:prstGeom prst="rect">
            <a:avLst/>
          </a:prstGeom>
        </p:spPr>
        <p:txBody>
          <a:bodyPr wrap="square" lIns="0" tIns="199390" rIns="0" bIns="0" rtlCol="0" vert="horz">
            <a:spAutoFit/>
          </a:bodyPr>
          <a:lstStyle/>
          <a:p>
            <a:pPr marL="231775" indent="-219075">
              <a:lnSpc>
                <a:spcPct val="100000"/>
              </a:lnSpc>
              <a:spcBef>
                <a:spcPts val="1570"/>
              </a:spcBef>
              <a:buSzPct val="95348"/>
              <a:buFont typeface="Wingdings"/>
              <a:buChar char=""/>
              <a:tabLst>
                <a:tab pos="231775" algn="l"/>
              </a:tabLst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Hoàn</a:t>
            </a:r>
            <a:r>
              <a:rPr dirty="0" sz="21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thành</a:t>
            </a:r>
            <a:r>
              <a:rPr dirty="0" sz="21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chức</a:t>
            </a:r>
            <a:r>
              <a:rPr dirty="0" sz="21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năng</a:t>
            </a:r>
            <a:r>
              <a:rPr dirty="0" sz="21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1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một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file theo</a:t>
            </a:r>
            <a:r>
              <a:rPr dirty="0" sz="21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mô</a:t>
            </a:r>
            <a:r>
              <a:rPr dirty="0" sz="21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hình</a:t>
            </a:r>
            <a:r>
              <a:rPr dirty="0" sz="21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Client-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Server.</a:t>
            </a:r>
            <a:endParaRPr sz="2150">
              <a:latin typeface="Times New Roman"/>
              <a:cs typeface="Times New Roman"/>
            </a:endParaRPr>
          </a:p>
          <a:p>
            <a:pPr marL="231775" indent="-219075">
              <a:lnSpc>
                <a:spcPct val="100000"/>
              </a:lnSpc>
              <a:spcBef>
                <a:spcPts val="1475"/>
              </a:spcBef>
              <a:buSzPct val="95348"/>
              <a:buFont typeface="Wingdings"/>
              <a:buChar char=""/>
              <a:tabLst>
                <a:tab pos="231775" algn="l"/>
              </a:tabLst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Hỗ</a:t>
            </a:r>
            <a:r>
              <a:rPr dirty="0" sz="21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trợ</a:t>
            </a:r>
            <a:r>
              <a:rPr dirty="0" sz="21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chia</a:t>
            </a:r>
            <a:r>
              <a:rPr dirty="0" sz="215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1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thành</a:t>
            </a:r>
            <a:r>
              <a:rPr dirty="0" sz="21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chunk,</a:t>
            </a:r>
            <a:r>
              <a:rPr dirty="0" sz="21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15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đa</a:t>
            </a:r>
            <a:r>
              <a:rPr dirty="0" sz="21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luồng,</a:t>
            </a:r>
            <a:r>
              <a:rPr dirty="0" sz="21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điều</a:t>
            </a:r>
            <a:r>
              <a:rPr dirty="0" sz="21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khiển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Start/Pause/Resume/Stop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trong</a:t>
            </a:r>
            <a:r>
              <a:rPr dirty="0" sz="21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cùng</a:t>
            </a:r>
            <a:r>
              <a:rPr dirty="0" sz="21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phiên.</a:t>
            </a:r>
            <a:endParaRPr sz="2150">
              <a:latin typeface="Times New Roman"/>
              <a:cs typeface="Times New Roman"/>
            </a:endParaRPr>
          </a:p>
          <a:p>
            <a:pPr marL="231775" indent="-219075">
              <a:lnSpc>
                <a:spcPct val="100000"/>
              </a:lnSpc>
              <a:spcBef>
                <a:spcPts val="1475"/>
              </a:spcBef>
              <a:buSzPct val="95348"/>
              <a:buFont typeface="Wingdings"/>
              <a:buChar char=""/>
              <a:tabLst>
                <a:tab pos="231775" algn="l"/>
              </a:tabLst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Giao</a:t>
            </a:r>
            <a:r>
              <a:rPr dirty="0" sz="21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diện</a:t>
            </a:r>
            <a:r>
              <a:rPr dirty="0" sz="21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không</a:t>
            </a:r>
            <a:r>
              <a:rPr dirty="0" sz="21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bị</a:t>
            </a:r>
            <a:r>
              <a:rPr dirty="0" sz="21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treo</a:t>
            </a:r>
            <a:r>
              <a:rPr dirty="0" sz="21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nhờ</a:t>
            </a:r>
            <a:r>
              <a:rPr dirty="0" sz="21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xử</a:t>
            </a:r>
            <a:r>
              <a:rPr dirty="0" sz="21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lý</a:t>
            </a:r>
            <a:r>
              <a:rPr dirty="0" sz="215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15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bằng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worker</a:t>
            </a:r>
            <a:r>
              <a:rPr dirty="0" sz="215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thread</a:t>
            </a:r>
            <a:r>
              <a:rPr dirty="0" sz="21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1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cập</a:t>
            </a:r>
            <a:r>
              <a:rPr dirty="0" sz="21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nhật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UI</a:t>
            </a:r>
            <a:r>
              <a:rPr dirty="0" sz="21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qua</a:t>
            </a:r>
            <a:r>
              <a:rPr dirty="0" sz="21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signal.</a:t>
            </a:r>
            <a:endParaRPr sz="2150">
              <a:latin typeface="Times New Roman"/>
              <a:cs typeface="Times New Roman"/>
            </a:endParaRPr>
          </a:p>
          <a:p>
            <a:pPr marL="231775" indent="-219075">
              <a:lnSpc>
                <a:spcPct val="100000"/>
              </a:lnSpc>
              <a:spcBef>
                <a:spcPts val="1550"/>
              </a:spcBef>
              <a:buSzPct val="95348"/>
              <a:buFont typeface="Wingdings"/>
              <a:buChar char=""/>
              <a:tabLst>
                <a:tab pos="231775" algn="l"/>
              </a:tabLst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Hỗ</a:t>
            </a:r>
            <a:r>
              <a:rPr dirty="0" sz="21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trợ</a:t>
            </a:r>
            <a:r>
              <a:rPr dirty="0" sz="21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giới</a:t>
            </a:r>
            <a:r>
              <a:rPr dirty="0" sz="21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hạn</a:t>
            </a:r>
            <a:r>
              <a:rPr dirty="0" sz="21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tốc</a:t>
            </a:r>
            <a:r>
              <a:rPr dirty="0" sz="21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độ</a:t>
            </a:r>
            <a:r>
              <a:rPr dirty="0" sz="21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15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để</a:t>
            </a:r>
            <a:r>
              <a:rPr dirty="0" sz="21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thuận</a:t>
            </a:r>
            <a:r>
              <a:rPr dirty="0" sz="2150" spc="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tiện</a:t>
            </a:r>
            <a:r>
              <a:rPr dirty="0" sz="21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kiểm 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thử.</a:t>
            </a:r>
            <a:endParaRPr sz="2150">
              <a:latin typeface="Times New Roman"/>
              <a:cs typeface="Times New Roman"/>
            </a:endParaRPr>
          </a:p>
          <a:p>
            <a:pPr marL="231775" indent="-219075">
              <a:lnSpc>
                <a:spcPct val="100000"/>
              </a:lnSpc>
              <a:spcBef>
                <a:spcPts val="1470"/>
              </a:spcBef>
              <a:buSzPct val="95348"/>
              <a:buFont typeface="Wingdings"/>
              <a:buChar char=""/>
              <a:tabLst>
                <a:tab pos="231775" algn="l"/>
              </a:tabLst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kiểm</a:t>
            </a:r>
            <a:r>
              <a:rPr dirty="0" sz="21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tra</a:t>
            </a:r>
            <a:r>
              <a:rPr dirty="0" sz="21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SHA-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256</a:t>
            </a:r>
            <a:r>
              <a:rPr dirty="0" sz="21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sau</a:t>
            </a:r>
            <a:r>
              <a:rPr dirty="0" sz="2150" spc="-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khi</a:t>
            </a:r>
            <a:r>
              <a:rPr dirty="0" sz="21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nhận</a:t>
            </a:r>
            <a:r>
              <a:rPr dirty="0" sz="21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1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để</a:t>
            </a:r>
            <a:r>
              <a:rPr dirty="0" sz="21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xác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minh</a:t>
            </a:r>
            <a:r>
              <a:rPr dirty="0" sz="2150" spc="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toàn</a:t>
            </a:r>
            <a:r>
              <a:rPr dirty="0" sz="2150" spc="-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vẹn</a:t>
            </a:r>
            <a:r>
              <a:rPr dirty="0" sz="21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dữ</a:t>
            </a:r>
            <a:r>
              <a:rPr dirty="0" sz="2150" spc="-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liệu.</a:t>
            </a:r>
            <a:endParaRPr sz="2150">
              <a:latin typeface="Times New Roman"/>
              <a:cs typeface="Times New Roman"/>
            </a:endParaRPr>
          </a:p>
          <a:p>
            <a:pPr marL="231775" indent="-219075">
              <a:lnSpc>
                <a:spcPct val="100000"/>
              </a:lnSpc>
              <a:spcBef>
                <a:spcPts val="1475"/>
              </a:spcBef>
              <a:buSzPct val="95348"/>
              <a:buFont typeface="Wingdings"/>
              <a:buChar char=""/>
              <a:tabLst>
                <a:tab pos="231775" algn="l"/>
              </a:tabLst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1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ghi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nhận</a:t>
            </a:r>
            <a:r>
              <a:rPr dirty="0" sz="215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lịch</a:t>
            </a:r>
            <a:r>
              <a:rPr dirty="0" sz="21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sử</a:t>
            </a:r>
            <a:r>
              <a:rPr dirty="0" sz="21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150" spc="-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với</a:t>
            </a:r>
            <a:r>
              <a:rPr dirty="0" sz="2150" spc="-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các</a:t>
            </a:r>
            <a:r>
              <a:rPr dirty="0" sz="2150" spc="-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trạng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thái</a:t>
            </a:r>
            <a:r>
              <a:rPr dirty="0" sz="2150" spc="-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Verified,</a:t>
            </a:r>
            <a:r>
              <a:rPr dirty="0" sz="215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Skipped,</a:t>
            </a:r>
            <a:r>
              <a:rPr dirty="0" sz="2150" spc="-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Failed</a:t>
            </a:r>
            <a:r>
              <a:rPr dirty="0" sz="215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hoặc</a:t>
            </a:r>
            <a:r>
              <a:rPr dirty="0" sz="21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Stopped.</a:t>
            </a:r>
            <a:endParaRPr sz="2150">
              <a:latin typeface="Times New Roman"/>
              <a:cs typeface="Times New Roman"/>
            </a:endParaRPr>
          </a:p>
          <a:p>
            <a:pPr marL="231775" indent="-219075">
              <a:lnSpc>
                <a:spcPct val="100000"/>
              </a:lnSpc>
              <a:spcBef>
                <a:spcPts val="1475"/>
              </a:spcBef>
              <a:buSzPct val="95348"/>
              <a:buFont typeface="Wingdings"/>
              <a:buChar char=""/>
              <a:tabLst>
                <a:tab pos="231775" algn="l"/>
              </a:tabLst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Đã</a:t>
            </a:r>
            <a:r>
              <a:rPr dirty="0" sz="21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kiểm</a:t>
            </a:r>
            <a:r>
              <a:rPr dirty="0" sz="2150" spc="-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thử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các</a:t>
            </a:r>
            <a:r>
              <a:rPr dirty="0" sz="21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tình</a:t>
            </a:r>
            <a:r>
              <a:rPr dirty="0" sz="2150" spc="-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huống:</a:t>
            </a:r>
            <a:r>
              <a:rPr dirty="0" sz="215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1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rỗng,</a:t>
            </a:r>
            <a:r>
              <a:rPr dirty="0" sz="2150" spc="-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1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tắt</a:t>
            </a:r>
            <a:r>
              <a:rPr dirty="0" sz="2150" spc="-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giữa</a:t>
            </a:r>
            <a:r>
              <a:rPr dirty="0" sz="21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upload,</a:t>
            </a:r>
            <a:r>
              <a:rPr dirty="0" sz="2150" spc="-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trùng</a:t>
            </a:r>
            <a:r>
              <a:rPr dirty="0" sz="2150" spc="-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file,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nhiều</a:t>
            </a:r>
            <a:r>
              <a:rPr dirty="0" sz="21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client</a:t>
            </a:r>
            <a:r>
              <a:rPr dirty="0" sz="21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upload</a:t>
            </a:r>
            <a:r>
              <a:rPr dirty="0" sz="2150" spc="-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đồng</a:t>
            </a:r>
            <a:r>
              <a:rPr dirty="0" sz="2150" spc="-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thời</a:t>
            </a:r>
            <a:r>
              <a:rPr dirty="0" sz="2150" spc="-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150" spc="-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tìm</a:t>
            </a:r>
            <a:r>
              <a:rPr dirty="0" sz="2150" spc="-1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kiếm</a:t>
            </a:r>
            <a:r>
              <a:rPr dirty="0" sz="2150" spc="-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file.</a:t>
            </a:r>
            <a:endParaRPr sz="2150">
              <a:latin typeface="Times New Roman"/>
              <a:cs typeface="Times New Roman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81675" y="7458075"/>
            <a:ext cx="6372225" cy="282892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81175" y="1876425"/>
            <a:ext cx="16506825" cy="8410575"/>
            <a:chOff x="1781175" y="1876425"/>
            <a:chExt cx="16506825" cy="84105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4500" y="1876425"/>
              <a:ext cx="5143500" cy="660082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15875" y="3648074"/>
              <a:ext cx="5572125" cy="663892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790700" y="2667000"/>
              <a:ext cx="11858625" cy="2171700"/>
            </a:xfrm>
            <a:custGeom>
              <a:avLst/>
              <a:gdLst/>
              <a:ahLst/>
              <a:cxnLst/>
              <a:rect l="l" t="t" r="r" b="b"/>
              <a:pathLst>
                <a:path w="11858625" h="2171700">
                  <a:moveTo>
                    <a:pt x="11786996" y="0"/>
                  </a:moveTo>
                  <a:lnTo>
                    <a:pt x="71627" y="0"/>
                  </a:lnTo>
                  <a:lnTo>
                    <a:pt x="57657" y="1397"/>
                  </a:lnTo>
                  <a:lnTo>
                    <a:pt x="20955" y="21081"/>
                  </a:lnTo>
                  <a:lnTo>
                    <a:pt x="1397" y="57784"/>
                  </a:lnTo>
                  <a:lnTo>
                    <a:pt x="0" y="71881"/>
                  </a:lnTo>
                  <a:lnTo>
                    <a:pt x="0" y="2099817"/>
                  </a:lnTo>
                  <a:lnTo>
                    <a:pt x="11937" y="2139696"/>
                  </a:lnTo>
                  <a:lnTo>
                    <a:pt x="44195" y="2166239"/>
                  </a:lnTo>
                  <a:lnTo>
                    <a:pt x="71627" y="2171700"/>
                  </a:lnTo>
                  <a:lnTo>
                    <a:pt x="11786996" y="2171700"/>
                  </a:lnTo>
                  <a:lnTo>
                    <a:pt x="11826748" y="2159635"/>
                  </a:lnTo>
                  <a:lnTo>
                    <a:pt x="11853164" y="2127250"/>
                  </a:lnTo>
                  <a:lnTo>
                    <a:pt x="11858625" y="2099817"/>
                  </a:lnTo>
                  <a:lnTo>
                    <a:pt x="11858625" y="71881"/>
                  </a:lnTo>
                  <a:lnTo>
                    <a:pt x="11853037" y="43942"/>
                  </a:lnTo>
                  <a:lnTo>
                    <a:pt x="11837669" y="21081"/>
                  </a:lnTo>
                  <a:lnTo>
                    <a:pt x="11814810" y="5588"/>
                  </a:lnTo>
                  <a:lnTo>
                    <a:pt x="11786996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790700" y="2667000"/>
              <a:ext cx="11858625" cy="2171700"/>
            </a:xfrm>
            <a:custGeom>
              <a:avLst/>
              <a:gdLst/>
              <a:ahLst/>
              <a:cxnLst/>
              <a:rect l="l" t="t" r="r" b="b"/>
              <a:pathLst>
                <a:path w="11858625" h="2171700">
                  <a:moveTo>
                    <a:pt x="71627" y="0"/>
                  </a:moveTo>
                  <a:lnTo>
                    <a:pt x="11786996" y="0"/>
                  </a:lnTo>
                  <a:lnTo>
                    <a:pt x="11814810" y="5588"/>
                  </a:lnTo>
                  <a:lnTo>
                    <a:pt x="11837669" y="21081"/>
                  </a:lnTo>
                  <a:lnTo>
                    <a:pt x="11853037" y="43942"/>
                  </a:lnTo>
                  <a:lnTo>
                    <a:pt x="11858625" y="71881"/>
                  </a:lnTo>
                  <a:lnTo>
                    <a:pt x="11858625" y="2099817"/>
                  </a:lnTo>
                  <a:lnTo>
                    <a:pt x="11846560" y="2139696"/>
                  </a:lnTo>
                  <a:lnTo>
                    <a:pt x="11814429" y="2166239"/>
                  </a:lnTo>
                  <a:lnTo>
                    <a:pt x="11786996" y="2171700"/>
                  </a:lnTo>
                  <a:lnTo>
                    <a:pt x="71627" y="2171700"/>
                  </a:lnTo>
                  <a:lnTo>
                    <a:pt x="31876" y="2159635"/>
                  </a:lnTo>
                  <a:lnTo>
                    <a:pt x="5461" y="2127250"/>
                  </a:lnTo>
                  <a:lnTo>
                    <a:pt x="0" y="2099817"/>
                  </a:lnTo>
                  <a:lnTo>
                    <a:pt x="0" y="71881"/>
                  </a:lnTo>
                  <a:lnTo>
                    <a:pt x="11937" y="32003"/>
                  </a:lnTo>
                  <a:lnTo>
                    <a:pt x="44195" y="5460"/>
                  </a:lnTo>
                  <a:lnTo>
                    <a:pt x="71627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00250" y="2809875"/>
              <a:ext cx="723900" cy="3429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9375" y="2809875"/>
              <a:ext cx="838200" cy="3429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62325" y="2809875"/>
              <a:ext cx="685800" cy="3429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43350" y="2809875"/>
              <a:ext cx="647700" cy="3429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05325" y="2809875"/>
              <a:ext cx="219075" cy="34290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790700" y="5095875"/>
              <a:ext cx="11858625" cy="2171700"/>
            </a:xfrm>
            <a:custGeom>
              <a:avLst/>
              <a:gdLst/>
              <a:ahLst/>
              <a:cxnLst/>
              <a:rect l="l" t="t" r="r" b="b"/>
              <a:pathLst>
                <a:path w="11858625" h="2171700">
                  <a:moveTo>
                    <a:pt x="11786996" y="0"/>
                  </a:moveTo>
                  <a:lnTo>
                    <a:pt x="71627" y="0"/>
                  </a:lnTo>
                  <a:lnTo>
                    <a:pt x="57657" y="1397"/>
                  </a:lnTo>
                  <a:lnTo>
                    <a:pt x="20955" y="21082"/>
                  </a:lnTo>
                  <a:lnTo>
                    <a:pt x="1397" y="57785"/>
                  </a:lnTo>
                  <a:lnTo>
                    <a:pt x="0" y="71882"/>
                  </a:lnTo>
                  <a:lnTo>
                    <a:pt x="0" y="2099818"/>
                  </a:lnTo>
                  <a:lnTo>
                    <a:pt x="11937" y="2139696"/>
                  </a:lnTo>
                  <a:lnTo>
                    <a:pt x="44195" y="2166239"/>
                  </a:lnTo>
                  <a:lnTo>
                    <a:pt x="71627" y="2171700"/>
                  </a:lnTo>
                  <a:lnTo>
                    <a:pt x="11786996" y="2171700"/>
                  </a:lnTo>
                  <a:lnTo>
                    <a:pt x="11826748" y="2159635"/>
                  </a:lnTo>
                  <a:lnTo>
                    <a:pt x="11853164" y="2127250"/>
                  </a:lnTo>
                  <a:lnTo>
                    <a:pt x="11858625" y="2099818"/>
                  </a:lnTo>
                  <a:lnTo>
                    <a:pt x="11858625" y="71882"/>
                  </a:lnTo>
                  <a:lnTo>
                    <a:pt x="11853037" y="43941"/>
                  </a:lnTo>
                  <a:lnTo>
                    <a:pt x="11837669" y="21082"/>
                  </a:lnTo>
                  <a:lnTo>
                    <a:pt x="11814810" y="5587"/>
                  </a:lnTo>
                  <a:lnTo>
                    <a:pt x="11786996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790700" y="5095875"/>
              <a:ext cx="11858625" cy="2171700"/>
            </a:xfrm>
            <a:custGeom>
              <a:avLst/>
              <a:gdLst/>
              <a:ahLst/>
              <a:cxnLst/>
              <a:rect l="l" t="t" r="r" b="b"/>
              <a:pathLst>
                <a:path w="11858625" h="2171700">
                  <a:moveTo>
                    <a:pt x="71627" y="0"/>
                  </a:moveTo>
                  <a:lnTo>
                    <a:pt x="11786996" y="0"/>
                  </a:lnTo>
                  <a:lnTo>
                    <a:pt x="11814810" y="5587"/>
                  </a:lnTo>
                  <a:lnTo>
                    <a:pt x="11837669" y="21082"/>
                  </a:lnTo>
                  <a:lnTo>
                    <a:pt x="11853037" y="43941"/>
                  </a:lnTo>
                  <a:lnTo>
                    <a:pt x="11858625" y="71882"/>
                  </a:lnTo>
                  <a:lnTo>
                    <a:pt x="11858625" y="2099818"/>
                  </a:lnTo>
                  <a:lnTo>
                    <a:pt x="11846560" y="2139696"/>
                  </a:lnTo>
                  <a:lnTo>
                    <a:pt x="11814429" y="2166239"/>
                  </a:lnTo>
                  <a:lnTo>
                    <a:pt x="11786996" y="2171700"/>
                  </a:lnTo>
                  <a:lnTo>
                    <a:pt x="71627" y="2171700"/>
                  </a:lnTo>
                  <a:lnTo>
                    <a:pt x="31876" y="2159635"/>
                  </a:lnTo>
                  <a:lnTo>
                    <a:pt x="5461" y="2127250"/>
                  </a:lnTo>
                  <a:lnTo>
                    <a:pt x="0" y="2099818"/>
                  </a:lnTo>
                  <a:lnTo>
                    <a:pt x="0" y="71882"/>
                  </a:lnTo>
                  <a:lnTo>
                    <a:pt x="11937" y="32003"/>
                  </a:lnTo>
                  <a:lnTo>
                    <a:pt x="44195" y="5461"/>
                  </a:lnTo>
                  <a:lnTo>
                    <a:pt x="71627" y="0"/>
                  </a:lnTo>
                  <a:close/>
                </a:path>
              </a:pathLst>
            </a:custGeom>
            <a:ln w="19050">
              <a:solidFill>
                <a:srgbClr val="171D2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00250" y="5334000"/>
              <a:ext cx="581025" cy="34290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05075" y="5334000"/>
              <a:ext cx="666750" cy="3429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86100" y="5334000"/>
              <a:ext cx="723900" cy="3429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43325" y="5334000"/>
              <a:ext cx="1247775" cy="34290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24400" y="5334000"/>
              <a:ext cx="219075" cy="342900"/>
            </a:xfrm>
            <a:prstGeom prst="rect">
              <a:avLst/>
            </a:prstGeom>
          </p:spPr>
        </p:pic>
      </p:grpSp>
      <p:sp>
        <p:nvSpPr>
          <p:cNvPr id="19" name="object 19" descr=""/>
          <p:cNvSpPr/>
          <p:nvPr/>
        </p:nvSpPr>
        <p:spPr>
          <a:xfrm>
            <a:off x="1028700" y="3657599"/>
            <a:ext cx="590550" cy="228600"/>
          </a:xfrm>
          <a:custGeom>
            <a:avLst/>
            <a:gdLst/>
            <a:ahLst/>
            <a:cxnLst/>
            <a:rect l="l" t="t" r="r" b="b"/>
            <a:pathLst>
              <a:path w="590550" h="228600">
                <a:moveTo>
                  <a:pt x="12534" y="102806"/>
                </a:moveTo>
                <a:lnTo>
                  <a:pt x="0" y="102806"/>
                </a:lnTo>
                <a:lnTo>
                  <a:pt x="0" y="115951"/>
                </a:lnTo>
                <a:lnTo>
                  <a:pt x="12534" y="115951"/>
                </a:lnTo>
                <a:lnTo>
                  <a:pt x="12534" y="102806"/>
                </a:lnTo>
                <a:close/>
              </a:path>
              <a:path w="590550" h="228600">
                <a:moveTo>
                  <a:pt x="46774" y="128625"/>
                </a:moveTo>
                <a:lnTo>
                  <a:pt x="32981" y="128625"/>
                </a:lnTo>
                <a:lnTo>
                  <a:pt x="32981" y="140843"/>
                </a:lnTo>
                <a:lnTo>
                  <a:pt x="46774" y="140843"/>
                </a:lnTo>
                <a:lnTo>
                  <a:pt x="46774" y="128625"/>
                </a:lnTo>
                <a:close/>
              </a:path>
              <a:path w="590550" h="228600">
                <a:moveTo>
                  <a:pt x="52120" y="101904"/>
                </a:moveTo>
                <a:lnTo>
                  <a:pt x="24739" y="101904"/>
                </a:lnTo>
                <a:lnTo>
                  <a:pt x="24739" y="115062"/>
                </a:lnTo>
                <a:lnTo>
                  <a:pt x="52120" y="115062"/>
                </a:lnTo>
                <a:lnTo>
                  <a:pt x="52120" y="101904"/>
                </a:lnTo>
                <a:close/>
              </a:path>
              <a:path w="590550" h="228600">
                <a:moveTo>
                  <a:pt x="82778" y="128625"/>
                </a:moveTo>
                <a:lnTo>
                  <a:pt x="61988" y="128625"/>
                </a:lnTo>
                <a:lnTo>
                  <a:pt x="61988" y="140843"/>
                </a:lnTo>
                <a:lnTo>
                  <a:pt x="82778" y="140843"/>
                </a:lnTo>
                <a:lnTo>
                  <a:pt x="82778" y="128625"/>
                </a:lnTo>
                <a:close/>
              </a:path>
              <a:path w="590550" h="228600">
                <a:moveTo>
                  <a:pt x="107975" y="79565"/>
                </a:moveTo>
                <a:lnTo>
                  <a:pt x="90487" y="79565"/>
                </a:lnTo>
                <a:lnTo>
                  <a:pt x="90487" y="92710"/>
                </a:lnTo>
                <a:lnTo>
                  <a:pt x="107975" y="92710"/>
                </a:lnTo>
                <a:lnTo>
                  <a:pt x="107975" y="79565"/>
                </a:lnTo>
                <a:close/>
              </a:path>
              <a:path w="590550" h="228600">
                <a:moveTo>
                  <a:pt x="124853" y="103060"/>
                </a:moveTo>
                <a:lnTo>
                  <a:pt x="70408" y="103060"/>
                </a:lnTo>
                <a:lnTo>
                  <a:pt x="70408" y="116205"/>
                </a:lnTo>
                <a:lnTo>
                  <a:pt x="124853" y="116205"/>
                </a:lnTo>
                <a:lnTo>
                  <a:pt x="124853" y="103060"/>
                </a:lnTo>
                <a:close/>
              </a:path>
              <a:path w="590550" h="228600">
                <a:moveTo>
                  <a:pt x="128041" y="154533"/>
                </a:moveTo>
                <a:lnTo>
                  <a:pt x="114249" y="154533"/>
                </a:lnTo>
                <a:lnTo>
                  <a:pt x="114249" y="166751"/>
                </a:lnTo>
                <a:lnTo>
                  <a:pt x="128041" y="166751"/>
                </a:lnTo>
                <a:lnTo>
                  <a:pt x="128041" y="154533"/>
                </a:lnTo>
                <a:close/>
              </a:path>
              <a:path w="590550" h="228600">
                <a:moveTo>
                  <a:pt x="151904" y="128625"/>
                </a:moveTo>
                <a:lnTo>
                  <a:pt x="93052" y="128625"/>
                </a:lnTo>
                <a:lnTo>
                  <a:pt x="93052" y="140843"/>
                </a:lnTo>
                <a:lnTo>
                  <a:pt x="151904" y="140843"/>
                </a:lnTo>
                <a:lnTo>
                  <a:pt x="151904" y="128625"/>
                </a:lnTo>
                <a:close/>
              </a:path>
              <a:path w="590550" h="228600">
                <a:moveTo>
                  <a:pt x="202514" y="154533"/>
                </a:moveTo>
                <a:lnTo>
                  <a:pt x="145935" y="154533"/>
                </a:lnTo>
                <a:lnTo>
                  <a:pt x="145935" y="166751"/>
                </a:lnTo>
                <a:lnTo>
                  <a:pt x="202514" y="166751"/>
                </a:lnTo>
                <a:lnTo>
                  <a:pt x="202514" y="154533"/>
                </a:lnTo>
                <a:close/>
              </a:path>
              <a:path w="590550" h="228600">
                <a:moveTo>
                  <a:pt x="210642" y="54546"/>
                </a:moveTo>
                <a:lnTo>
                  <a:pt x="173393" y="54546"/>
                </a:lnTo>
                <a:lnTo>
                  <a:pt x="173393" y="67703"/>
                </a:lnTo>
                <a:lnTo>
                  <a:pt x="210642" y="67703"/>
                </a:lnTo>
                <a:lnTo>
                  <a:pt x="210642" y="54546"/>
                </a:lnTo>
                <a:close/>
              </a:path>
              <a:path w="590550" h="228600">
                <a:moveTo>
                  <a:pt x="224015" y="79565"/>
                </a:moveTo>
                <a:lnTo>
                  <a:pt x="120319" y="79565"/>
                </a:lnTo>
                <a:lnTo>
                  <a:pt x="120319" y="92710"/>
                </a:lnTo>
                <a:lnTo>
                  <a:pt x="224015" y="92710"/>
                </a:lnTo>
                <a:lnTo>
                  <a:pt x="224015" y="79565"/>
                </a:lnTo>
                <a:close/>
              </a:path>
              <a:path w="590550" h="228600">
                <a:moveTo>
                  <a:pt x="261137" y="128625"/>
                </a:moveTo>
                <a:lnTo>
                  <a:pt x="171437" y="128625"/>
                </a:lnTo>
                <a:lnTo>
                  <a:pt x="171437" y="140843"/>
                </a:lnTo>
                <a:lnTo>
                  <a:pt x="261137" y="140843"/>
                </a:lnTo>
                <a:lnTo>
                  <a:pt x="261137" y="128625"/>
                </a:lnTo>
                <a:close/>
              </a:path>
              <a:path w="590550" h="228600">
                <a:moveTo>
                  <a:pt x="276059" y="54546"/>
                </a:moveTo>
                <a:lnTo>
                  <a:pt x="221132" y="54546"/>
                </a:lnTo>
                <a:lnTo>
                  <a:pt x="221132" y="67703"/>
                </a:lnTo>
                <a:lnTo>
                  <a:pt x="276059" y="67703"/>
                </a:lnTo>
                <a:lnTo>
                  <a:pt x="276059" y="54546"/>
                </a:lnTo>
                <a:close/>
              </a:path>
              <a:path w="590550" h="228600">
                <a:moveTo>
                  <a:pt x="308457" y="154533"/>
                </a:moveTo>
                <a:lnTo>
                  <a:pt x="219379" y="154533"/>
                </a:lnTo>
                <a:lnTo>
                  <a:pt x="219379" y="166751"/>
                </a:lnTo>
                <a:lnTo>
                  <a:pt x="308457" y="166751"/>
                </a:lnTo>
                <a:lnTo>
                  <a:pt x="308457" y="154533"/>
                </a:lnTo>
                <a:close/>
              </a:path>
              <a:path w="590550" h="228600">
                <a:moveTo>
                  <a:pt x="336270" y="54546"/>
                </a:moveTo>
                <a:lnTo>
                  <a:pt x="292862" y="54546"/>
                </a:lnTo>
                <a:lnTo>
                  <a:pt x="292862" y="67703"/>
                </a:lnTo>
                <a:lnTo>
                  <a:pt x="336270" y="67703"/>
                </a:lnTo>
                <a:lnTo>
                  <a:pt x="336270" y="54546"/>
                </a:lnTo>
                <a:close/>
              </a:path>
              <a:path w="590550" h="228600">
                <a:moveTo>
                  <a:pt x="590169" y="108712"/>
                </a:moveTo>
                <a:lnTo>
                  <a:pt x="459232" y="0"/>
                </a:lnTo>
                <a:lnTo>
                  <a:pt x="457454" y="53721"/>
                </a:lnTo>
                <a:lnTo>
                  <a:pt x="346964" y="54356"/>
                </a:lnTo>
                <a:lnTo>
                  <a:pt x="346964" y="67703"/>
                </a:lnTo>
                <a:lnTo>
                  <a:pt x="382270" y="67703"/>
                </a:lnTo>
                <a:lnTo>
                  <a:pt x="384429" y="69850"/>
                </a:lnTo>
                <a:lnTo>
                  <a:pt x="384429" y="77597"/>
                </a:lnTo>
                <a:lnTo>
                  <a:pt x="382270" y="79756"/>
                </a:lnTo>
                <a:lnTo>
                  <a:pt x="346964" y="79756"/>
                </a:lnTo>
                <a:lnTo>
                  <a:pt x="346964" y="80010"/>
                </a:lnTo>
                <a:lnTo>
                  <a:pt x="243586" y="80010"/>
                </a:lnTo>
                <a:lnTo>
                  <a:pt x="243586" y="93230"/>
                </a:lnTo>
                <a:lnTo>
                  <a:pt x="396621" y="93345"/>
                </a:lnTo>
                <a:lnTo>
                  <a:pt x="398653" y="95504"/>
                </a:lnTo>
                <a:lnTo>
                  <a:pt x="398653" y="103378"/>
                </a:lnTo>
                <a:lnTo>
                  <a:pt x="396621" y="105537"/>
                </a:lnTo>
                <a:lnTo>
                  <a:pt x="147383" y="105410"/>
                </a:lnTo>
                <a:lnTo>
                  <a:pt x="147383" y="116586"/>
                </a:lnTo>
                <a:lnTo>
                  <a:pt x="423926" y="116459"/>
                </a:lnTo>
                <a:lnTo>
                  <a:pt x="426085" y="118630"/>
                </a:lnTo>
                <a:lnTo>
                  <a:pt x="426085" y="126377"/>
                </a:lnTo>
                <a:lnTo>
                  <a:pt x="423926" y="128524"/>
                </a:lnTo>
                <a:lnTo>
                  <a:pt x="276987" y="128651"/>
                </a:lnTo>
                <a:lnTo>
                  <a:pt x="276987" y="140843"/>
                </a:lnTo>
                <a:lnTo>
                  <a:pt x="375666" y="140970"/>
                </a:lnTo>
                <a:lnTo>
                  <a:pt x="377698" y="143129"/>
                </a:lnTo>
                <a:lnTo>
                  <a:pt x="377698" y="151003"/>
                </a:lnTo>
                <a:lnTo>
                  <a:pt x="375666" y="153035"/>
                </a:lnTo>
                <a:lnTo>
                  <a:pt x="318770" y="153162"/>
                </a:lnTo>
                <a:lnTo>
                  <a:pt x="318770" y="166751"/>
                </a:lnTo>
                <a:lnTo>
                  <a:pt x="347345" y="166751"/>
                </a:lnTo>
                <a:lnTo>
                  <a:pt x="456819" y="167894"/>
                </a:lnTo>
                <a:lnTo>
                  <a:pt x="456311" y="228092"/>
                </a:lnTo>
                <a:lnTo>
                  <a:pt x="590169" y="108712"/>
                </a:lnTo>
                <a:close/>
              </a:path>
            </a:pathLst>
          </a:custGeom>
          <a:solidFill>
            <a:srgbClr val="171D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985391" y="2717592"/>
            <a:ext cx="10673715" cy="4164329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algn="r" marR="8202295">
              <a:lnSpc>
                <a:spcPct val="100000"/>
              </a:lnSpc>
              <a:spcBef>
                <a:spcPts val="670"/>
              </a:spcBef>
              <a:tabLst>
                <a:tab pos="746760" algn="l"/>
              </a:tabLst>
            </a:pPr>
            <a:r>
              <a:rPr dirty="0" sz="2150" spc="-50" b="1">
                <a:solidFill>
                  <a:srgbClr val="171D2B"/>
                </a:solidFill>
                <a:latin typeface="Calibri"/>
                <a:cs typeface="Calibri"/>
              </a:rPr>
              <a:t>ặ</a:t>
            </a:r>
            <a:r>
              <a:rPr dirty="0" sz="2150" b="1">
                <a:solidFill>
                  <a:srgbClr val="171D2B"/>
                </a:solidFill>
                <a:latin typeface="Calibri"/>
                <a:cs typeface="Calibri"/>
              </a:rPr>
              <a:t>	</a:t>
            </a:r>
            <a:r>
              <a:rPr dirty="0" sz="2150" spc="-50" b="1">
                <a:solidFill>
                  <a:srgbClr val="171D2B"/>
                </a:solidFill>
                <a:latin typeface="Calibri"/>
                <a:cs typeface="Calibri"/>
              </a:rPr>
              <a:t>ả</a:t>
            </a:r>
            <a:endParaRPr sz="2150">
              <a:latin typeface="Calibri"/>
              <a:cs typeface="Calibri"/>
            </a:endParaRPr>
          </a:p>
          <a:p>
            <a:pPr marL="293370">
              <a:lnSpc>
                <a:spcPct val="100000"/>
              </a:lnSpc>
              <a:spcBef>
                <a:spcPts val="580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Định</a:t>
            </a:r>
            <a:r>
              <a:rPr dirty="0" sz="2150" spc="1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nghĩa</a:t>
            </a:r>
            <a:r>
              <a:rPr dirty="0" sz="2150" spc="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cấu</a:t>
            </a:r>
            <a:r>
              <a:rPr dirty="0" sz="2150" spc="1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trúc</a:t>
            </a:r>
            <a:r>
              <a:rPr dirty="0" sz="2150" spc="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Header</a:t>
            </a:r>
            <a:r>
              <a:rPr dirty="0" sz="2150" spc="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nhị</a:t>
            </a:r>
            <a:r>
              <a:rPr dirty="0" sz="2150" spc="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phân</a:t>
            </a:r>
            <a:r>
              <a:rPr dirty="0" sz="2150" spc="1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phức</a:t>
            </a:r>
            <a:r>
              <a:rPr dirty="0" sz="2150" spc="10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tạp,</a:t>
            </a:r>
            <a:r>
              <a:rPr dirty="0" sz="2150" spc="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sử</a:t>
            </a:r>
            <a:r>
              <a:rPr dirty="0" sz="2150" spc="1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dụng</a:t>
            </a:r>
            <a:r>
              <a:rPr dirty="0" sz="2150" spc="1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threading.</a:t>
            </a:r>
            <a:endParaRPr sz="2150">
              <a:latin typeface="Times New Roman"/>
              <a:cs typeface="Times New Roman"/>
            </a:endParaRPr>
          </a:p>
          <a:p>
            <a:pPr marL="293370">
              <a:lnSpc>
                <a:spcPct val="100000"/>
              </a:lnSpc>
              <a:spcBef>
                <a:spcPts val="570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Lock</a:t>
            </a:r>
            <a:r>
              <a:rPr dirty="0" sz="2150" spc="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để</a:t>
            </a:r>
            <a:r>
              <a:rPr dirty="0" sz="2150" spc="1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tránh</a:t>
            </a:r>
            <a:r>
              <a:rPr dirty="0" sz="2150" spc="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xung</a:t>
            </a:r>
            <a:r>
              <a:rPr dirty="0" sz="2150" spc="1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đột</a:t>
            </a:r>
            <a:r>
              <a:rPr dirty="0" sz="2150" spc="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ghi</a:t>
            </a:r>
            <a:r>
              <a:rPr dirty="0" sz="2150" spc="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file</a:t>
            </a:r>
            <a:r>
              <a:rPr dirty="0" sz="2150" spc="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đồng</a:t>
            </a:r>
            <a:r>
              <a:rPr dirty="0" sz="2150" spc="1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thời.</a:t>
            </a:r>
            <a:endParaRPr sz="2150">
              <a:latin typeface="Times New Roman"/>
              <a:cs typeface="Times New Roman"/>
            </a:endParaRPr>
          </a:p>
          <a:p>
            <a:pPr marL="293370">
              <a:lnSpc>
                <a:spcPct val="100000"/>
              </a:lnSpc>
              <a:spcBef>
                <a:spcPts val="500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Xác</a:t>
            </a:r>
            <a:r>
              <a:rPr dirty="0" sz="2150" spc="1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định</a:t>
            </a:r>
            <a:r>
              <a:rPr dirty="0" sz="2150" spc="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offset</a:t>
            </a:r>
            <a:r>
              <a:rPr dirty="0" sz="2150" spc="1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chính</a:t>
            </a:r>
            <a:r>
              <a:rPr dirty="0" sz="2150" spc="1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xác</a:t>
            </a:r>
            <a:r>
              <a:rPr dirty="0" sz="2150" spc="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khi</a:t>
            </a:r>
            <a:r>
              <a:rPr dirty="0" sz="2150" spc="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Resume,</a:t>
            </a:r>
            <a:r>
              <a:rPr dirty="0" sz="2150" spc="1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cấu</a:t>
            </a:r>
            <a:r>
              <a:rPr dirty="0" sz="2150" spc="1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hình</a:t>
            </a:r>
            <a:r>
              <a:rPr dirty="0" sz="2150" spc="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pyodbc</a:t>
            </a:r>
            <a:r>
              <a:rPr dirty="0" sz="2150" spc="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kết</a:t>
            </a:r>
            <a:r>
              <a:rPr dirty="0" sz="2150" spc="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nối</a:t>
            </a:r>
            <a:r>
              <a:rPr dirty="0" sz="2150" spc="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SQL</a:t>
            </a:r>
            <a:r>
              <a:rPr dirty="0" sz="2150" spc="-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Server</a:t>
            </a:r>
            <a:r>
              <a:rPr dirty="0" sz="2150" spc="1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trên</a:t>
            </a:r>
            <a:r>
              <a:rPr dirty="0" sz="2150" spc="1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nhiều</a:t>
            </a:r>
            <a:r>
              <a:rPr dirty="0" sz="2150" spc="1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25">
                <a:solidFill>
                  <a:srgbClr val="171D2B"/>
                </a:solidFill>
                <a:latin typeface="Times New Roman"/>
                <a:cs typeface="Times New Roman"/>
              </a:rPr>
              <a:t>môi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trường</a:t>
            </a:r>
            <a:r>
              <a:rPr dirty="0" sz="2150" spc="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khác</a:t>
            </a:r>
            <a:r>
              <a:rPr dirty="0" sz="2150" spc="17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nhau.</a:t>
            </a:r>
            <a:endParaRPr sz="2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5"/>
              </a:spcBef>
            </a:pPr>
            <a:endParaRPr sz="2150">
              <a:latin typeface="Times New Roman"/>
              <a:cs typeface="Times New Roman"/>
            </a:endParaRPr>
          </a:p>
          <a:p>
            <a:pPr algn="r" marR="8162925">
              <a:lnSpc>
                <a:spcPct val="100000"/>
              </a:lnSpc>
              <a:tabLst>
                <a:tab pos="1652905" algn="l"/>
              </a:tabLst>
            </a:pPr>
            <a:r>
              <a:rPr dirty="0" sz="2150" spc="-50" b="1">
                <a:solidFill>
                  <a:srgbClr val="171D2B"/>
                </a:solidFill>
                <a:latin typeface="Calibri"/>
                <a:cs typeface="Calibri"/>
              </a:rPr>
              <a:t>ọ</a:t>
            </a:r>
            <a:r>
              <a:rPr dirty="0" sz="2150" b="1">
                <a:solidFill>
                  <a:srgbClr val="171D2B"/>
                </a:solidFill>
                <a:latin typeface="Calibri"/>
                <a:cs typeface="Calibri"/>
              </a:rPr>
              <a:t>	</a:t>
            </a:r>
            <a:r>
              <a:rPr dirty="0" sz="2150" spc="-50" b="1">
                <a:solidFill>
                  <a:srgbClr val="171D2B"/>
                </a:solidFill>
                <a:latin typeface="Calibri"/>
                <a:cs typeface="Calibri"/>
              </a:rPr>
              <a:t>ệ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Nắm</a:t>
            </a:r>
            <a:r>
              <a:rPr dirty="0" sz="2150" spc="1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vững</a:t>
            </a:r>
            <a:r>
              <a:rPr dirty="0" sz="2150" spc="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TCP/IP</a:t>
            </a:r>
            <a:r>
              <a:rPr dirty="0" sz="2150" spc="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truyền</a:t>
            </a:r>
            <a:r>
              <a:rPr dirty="0" sz="2150" spc="1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dữ</a:t>
            </a:r>
            <a:r>
              <a:rPr dirty="0" sz="2150" spc="1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liệu</a:t>
            </a:r>
            <a:r>
              <a:rPr dirty="0" sz="2150" spc="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nhị</a:t>
            </a:r>
            <a:r>
              <a:rPr dirty="0" sz="2150" spc="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phân,</a:t>
            </a:r>
            <a:r>
              <a:rPr dirty="0" sz="2150" spc="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lập</a:t>
            </a:r>
            <a:r>
              <a:rPr dirty="0" sz="2150" spc="1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trình</a:t>
            </a:r>
            <a:r>
              <a:rPr dirty="0" sz="2150" spc="1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đa</a:t>
            </a:r>
            <a:r>
              <a:rPr dirty="0" sz="2150" spc="1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luồng</a:t>
            </a:r>
            <a:r>
              <a:rPr dirty="0" sz="2150" spc="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an</a:t>
            </a:r>
            <a:r>
              <a:rPr dirty="0" sz="2150" spc="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71D2B"/>
                </a:solidFill>
                <a:latin typeface="Times New Roman"/>
                <a:cs typeface="Times New Roman"/>
              </a:rPr>
              <a:t>toàn.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Xử</a:t>
            </a:r>
            <a:r>
              <a:rPr dirty="0" sz="2150" spc="11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lý</a:t>
            </a:r>
            <a:r>
              <a:rPr dirty="0" sz="2150" spc="1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bất</a:t>
            </a:r>
            <a:r>
              <a:rPr dirty="0" sz="2150" spc="1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đồng</a:t>
            </a:r>
            <a:r>
              <a:rPr dirty="0" sz="2150" spc="1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bộ</a:t>
            </a:r>
            <a:r>
              <a:rPr dirty="0" sz="2150" spc="1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với</a:t>
            </a:r>
            <a:r>
              <a:rPr dirty="0" sz="2150" spc="15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PyQt5</a:t>
            </a:r>
            <a:r>
              <a:rPr dirty="0" sz="2150" spc="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(pyqtSignal/Slot),</a:t>
            </a:r>
            <a:r>
              <a:rPr dirty="0" sz="2150" spc="1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triển</a:t>
            </a:r>
            <a:r>
              <a:rPr dirty="0" sz="2150" spc="1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khai</a:t>
            </a:r>
            <a:r>
              <a:rPr dirty="0" sz="2150" spc="1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SHA-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256</a:t>
            </a:r>
            <a:r>
              <a:rPr dirty="0" sz="2150" spc="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2150" spc="1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PBKDF2</a:t>
            </a:r>
            <a:r>
              <a:rPr dirty="0" sz="2150" spc="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xác</a:t>
            </a:r>
            <a:r>
              <a:rPr dirty="0" sz="2150" spc="1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thực</a:t>
            </a:r>
            <a:r>
              <a:rPr dirty="0" sz="2150" spc="1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toàn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vẹn,</a:t>
            </a:r>
            <a:r>
              <a:rPr dirty="0" sz="2150" spc="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quản</a:t>
            </a:r>
            <a:r>
              <a:rPr dirty="0" sz="2150" spc="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lý</a:t>
            </a:r>
            <a:r>
              <a:rPr dirty="0" sz="2150" spc="11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mã</a:t>
            </a:r>
            <a:r>
              <a:rPr dirty="0" sz="2150" spc="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nguồn</a:t>
            </a:r>
            <a:r>
              <a:rPr dirty="0" sz="2150" spc="1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nhóm</a:t>
            </a:r>
            <a:r>
              <a:rPr dirty="0" sz="2150" spc="1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hiệu</a:t>
            </a:r>
            <a:r>
              <a:rPr dirty="0" sz="2150" spc="12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quả</a:t>
            </a:r>
            <a:r>
              <a:rPr dirty="0" sz="2150" spc="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171D2B"/>
                </a:solidFill>
                <a:latin typeface="Times New Roman"/>
                <a:cs typeface="Times New Roman"/>
              </a:rPr>
              <a:t>với</a:t>
            </a:r>
            <a:r>
              <a:rPr dirty="0" sz="2150" spc="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2150" spc="-20">
                <a:solidFill>
                  <a:srgbClr val="171D2B"/>
                </a:solidFill>
                <a:latin typeface="Times New Roman"/>
                <a:cs typeface="Times New Roman"/>
              </a:rPr>
              <a:t>Git.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028700" y="6086474"/>
            <a:ext cx="590550" cy="228600"/>
          </a:xfrm>
          <a:custGeom>
            <a:avLst/>
            <a:gdLst/>
            <a:ahLst/>
            <a:cxnLst/>
            <a:rect l="l" t="t" r="r" b="b"/>
            <a:pathLst>
              <a:path w="590550" h="228600">
                <a:moveTo>
                  <a:pt x="12534" y="102806"/>
                </a:moveTo>
                <a:lnTo>
                  <a:pt x="0" y="102806"/>
                </a:lnTo>
                <a:lnTo>
                  <a:pt x="0" y="115951"/>
                </a:lnTo>
                <a:lnTo>
                  <a:pt x="12534" y="115951"/>
                </a:lnTo>
                <a:lnTo>
                  <a:pt x="12534" y="102806"/>
                </a:lnTo>
                <a:close/>
              </a:path>
              <a:path w="590550" h="228600">
                <a:moveTo>
                  <a:pt x="46774" y="128625"/>
                </a:moveTo>
                <a:lnTo>
                  <a:pt x="32981" y="128625"/>
                </a:lnTo>
                <a:lnTo>
                  <a:pt x="32981" y="140843"/>
                </a:lnTo>
                <a:lnTo>
                  <a:pt x="46774" y="140843"/>
                </a:lnTo>
                <a:lnTo>
                  <a:pt x="46774" y="128625"/>
                </a:lnTo>
                <a:close/>
              </a:path>
              <a:path w="590550" h="228600">
                <a:moveTo>
                  <a:pt x="52120" y="101904"/>
                </a:moveTo>
                <a:lnTo>
                  <a:pt x="24739" y="101904"/>
                </a:lnTo>
                <a:lnTo>
                  <a:pt x="24739" y="115062"/>
                </a:lnTo>
                <a:lnTo>
                  <a:pt x="52120" y="115062"/>
                </a:lnTo>
                <a:lnTo>
                  <a:pt x="52120" y="101904"/>
                </a:lnTo>
                <a:close/>
              </a:path>
              <a:path w="590550" h="228600">
                <a:moveTo>
                  <a:pt x="82778" y="128625"/>
                </a:moveTo>
                <a:lnTo>
                  <a:pt x="61988" y="128625"/>
                </a:lnTo>
                <a:lnTo>
                  <a:pt x="61988" y="140843"/>
                </a:lnTo>
                <a:lnTo>
                  <a:pt x="82778" y="140843"/>
                </a:lnTo>
                <a:lnTo>
                  <a:pt x="82778" y="128625"/>
                </a:lnTo>
                <a:close/>
              </a:path>
              <a:path w="590550" h="228600">
                <a:moveTo>
                  <a:pt x="107975" y="79565"/>
                </a:moveTo>
                <a:lnTo>
                  <a:pt x="90487" y="79565"/>
                </a:lnTo>
                <a:lnTo>
                  <a:pt x="90487" y="92710"/>
                </a:lnTo>
                <a:lnTo>
                  <a:pt x="107975" y="92710"/>
                </a:lnTo>
                <a:lnTo>
                  <a:pt x="107975" y="79565"/>
                </a:lnTo>
                <a:close/>
              </a:path>
              <a:path w="590550" h="228600">
                <a:moveTo>
                  <a:pt x="124853" y="103047"/>
                </a:moveTo>
                <a:lnTo>
                  <a:pt x="70408" y="103047"/>
                </a:lnTo>
                <a:lnTo>
                  <a:pt x="70408" y="116205"/>
                </a:lnTo>
                <a:lnTo>
                  <a:pt x="124853" y="116205"/>
                </a:lnTo>
                <a:lnTo>
                  <a:pt x="124853" y="103047"/>
                </a:lnTo>
                <a:close/>
              </a:path>
              <a:path w="590550" h="228600">
                <a:moveTo>
                  <a:pt x="128041" y="154533"/>
                </a:moveTo>
                <a:lnTo>
                  <a:pt x="114249" y="154533"/>
                </a:lnTo>
                <a:lnTo>
                  <a:pt x="114249" y="166751"/>
                </a:lnTo>
                <a:lnTo>
                  <a:pt x="128041" y="166751"/>
                </a:lnTo>
                <a:lnTo>
                  <a:pt x="128041" y="154533"/>
                </a:lnTo>
                <a:close/>
              </a:path>
              <a:path w="590550" h="228600">
                <a:moveTo>
                  <a:pt x="151904" y="128625"/>
                </a:moveTo>
                <a:lnTo>
                  <a:pt x="93052" y="128625"/>
                </a:lnTo>
                <a:lnTo>
                  <a:pt x="93052" y="140843"/>
                </a:lnTo>
                <a:lnTo>
                  <a:pt x="151904" y="140843"/>
                </a:lnTo>
                <a:lnTo>
                  <a:pt x="151904" y="128625"/>
                </a:lnTo>
                <a:close/>
              </a:path>
              <a:path w="590550" h="228600">
                <a:moveTo>
                  <a:pt x="202514" y="154533"/>
                </a:moveTo>
                <a:lnTo>
                  <a:pt x="145935" y="154533"/>
                </a:lnTo>
                <a:lnTo>
                  <a:pt x="145935" y="166751"/>
                </a:lnTo>
                <a:lnTo>
                  <a:pt x="202514" y="166751"/>
                </a:lnTo>
                <a:lnTo>
                  <a:pt x="202514" y="154533"/>
                </a:lnTo>
                <a:close/>
              </a:path>
              <a:path w="590550" h="228600">
                <a:moveTo>
                  <a:pt x="210642" y="54533"/>
                </a:moveTo>
                <a:lnTo>
                  <a:pt x="173393" y="54533"/>
                </a:lnTo>
                <a:lnTo>
                  <a:pt x="173393" y="67691"/>
                </a:lnTo>
                <a:lnTo>
                  <a:pt x="210642" y="67691"/>
                </a:lnTo>
                <a:lnTo>
                  <a:pt x="210642" y="54533"/>
                </a:lnTo>
                <a:close/>
              </a:path>
              <a:path w="590550" h="228600">
                <a:moveTo>
                  <a:pt x="224015" y="79565"/>
                </a:moveTo>
                <a:lnTo>
                  <a:pt x="120319" y="79565"/>
                </a:lnTo>
                <a:lnTo>
                  <a:pt x="120319" y="92710"/>
                </a:lnTo>
                <a:lnTo>
                  <a:pt x="224015" y="92710"/>
                </a:lnTo>
                <a:lnTo>
                  <a:pt x="224015" y="79565"/>
                </a:lnTo>
                <a:close/>
              </a:path>
              <a:path w="590550" h="228600">
                <a:moveTo>
                  <a:pt x="261137" y="128625"/>
                </a:moveTo>
                <a:lnTo>
                  <a:pt x="171437" y="128625"/>
                </a:lnTo>
                <a:lnTo>
                  <a:pt x="171437" y="140843"/>
                </a:lnTo>
                <a:lnTo>
                  <a:pt x="261137" y="140843"/>
                </a:lnTo>
                <a:lnTo>
                  <a:pt x="261137" y="128625"/>
                </a:lnTo>
                <a:close/>
              </a:path>
              <a:path w="590550" h="228600">
                <a:moveTo>
                  <a:pt x="276059" y="54533"/>
                </a:moveTo>
                <a:lnTo>
                  <a:pt x="221132" y="54533"/>
                </a:lnTo>
                <a:lnTo>
                  <a:pt x="221132" y="67691"/>
                </a:lnTo>
                <a:lnTo>
                  <a:pt x="276059" y="67691"/>
                </a:lnTo>
                <a:lnTo>
                  <a:pt x="276059" y="54533"/>
                </a:lnTo>
                <a:close/>
              </a:path>
              <a:path w="590550" h="228600">
                <a:moveTo>
                  <a:pt x="308457" y="154533"/>
                </a:moveTo>
                <a:lnTo>
                  <a:pt x="219379" y="154533"/>
                </a:lnTo>
                <a:lnTo>
                  <a:pt x="219379" y="166751"/>
                </a:lnTo>
                <a:lnTo>
                  <a:pt x="308457" y="166751"/>
                </a:lnTo>
                <a:lnTo>
                  <a:pt x="308457" y="154533"/>
                </a:lnTo>
                <a:close/>
              </a:path>
              <a:path w="590550" h="228600">
                <a:moveTo>
                  <a:pt x="336270" y="54533"/>
                </a:moveTo>
                <a:lnTo>
                  <a:pt x="292862" y="54533"/>
                </a:lnTo>
                <a:lnTo>
                  <a:pt x="292862" y="67691"/>
                </a:lnTo>
                <a:lnTo>
                  <a:pt x="336270" y="67691"/>
                </a:lnTo>
                <a:lnTo>
                  <a:pt x="336270" y="54533"/>
                </a:lnTo>
                <a:close/>
              </a:path>
              <a:path w="590550" h="228600">
                <a:moveTo>
                  <a:pt x="590169" y="108712"/>
                </a:moveTo>
                <a:lnTo>
                  <a:pt x="459232" y="0"/>
                </a:lnTo>
                <a:lnTo>
                  <a:pt x="457454" y="53721"/>
                </a:lnTo>
                <a:lnTo>
                  <a:pt x="346964" y="54356"/>
                </a:lnTo>
                <a:lnTo>
                  <a:pt x="346964" y="67691"/>
                </a:lnTo>
                <a:lnTo>
                  <a:pt x="382270" y="67691"/>
                </a:lnTo>
                <a:lnTo>
                  <a:pt x="384429" y="69850"/>
                </a:lnTo>
                <a:lnTo>
                  <a:pt x="384429" y="77597"/>
                </a:lnTo>
                <a:lnTo>
                  <a:pt x="382270" y="79756"/>
                </a:lnTo>
                <a:lnTo>
                  <a:pt x="346964" y="79756"/>
                </a:lnTo>
                <a:lnTo>
                  <a:pt x="346964" y="80010"/>
                </a:lnTo>
                <a:lnTo>
                  <a:pt x="243586" y="80010"/>
                </a:lnTo>
                <a:lnTo>
                  <a:pt x="243586" y="93218"/>
                </a:lnTo>
                <a:lnTo>
                  <a:pt x="396621" y="93345"/>
                </a:lnTo>
                <a:lnTo>
                  <a:pt x="398653" y="95504"/>
                </a:lnTo>
                <a:lnTo>
                  <a:pt x="398653" y="103378"/>
                </a:lnTo>
                <a:lnTo>
                  <a:pt x="396621" y="105537"/>
                </a:lnTo>
                <a:lnTo>
                  <a:pt x="147383" y="105410"/>
                </a:lnTo>
                <a:lnTo>
                  <a:pt x="147383" y="116586"/>
                </a:lnTo>
                <a:lnTo>
                  <a:pt x="423926" y="116459"/>
                </a:lnTo>
                <a:lnTo>
                  <a:pt x="426085" y="118618"/>
                </a:lnTo>
                <a:lnTo>
                  <a:pt x="426085" y="126365"/>
                </a:lnTo>
                <a:lnTo>
                  <a:pt x="423926" y="128524"/>
                </a:lnTo>
                <a:lnTo>
                  <a:pt x="276987" y="128651"/>
                </a:lnTo>
                <a:lnTo>
                  <a:pt x="276987" y="140843"/>
                </a:lnTo>
                <a:lnTo>
                  <a:pt x="375666" y="140970"/>
                </a:lnTo>
                <a:lnTo>
                  <a:pt x="377698" y="143129"/>
                </a:lnTo>
                <a:lnTo>
                  <a:pt x="377698" y="151003"/>
                </a:lnTo>
                <a:lnTo>
                  <a:pt x="375666" y="153035"/>
                </a:lnTo>
                <a:lnTo>
                  <a:pt x="318770" y="153162"/>
                </a:lnTo>
                <a:lnTo>
                  <a:pt x="318770" y="166751"/>
                </a:lnTo>
                <a:lnTo>
                  <a:pt x="347345" y="166751"/>
                </a:lnTo>
                <a:lnTo>
                  <a:pt x="456819" y="167894"/>
                </a:lnTo>
                <a:lnTo>
                  <a:pt x="456311" y="228092"/>
                </a:lnTo>
                <a:lnTo>
                  <a:pt x="590169" y="108712"/>
                </a:lnTo>
                <a:close/>
              </a:path>
            </a:pathLst>
          </a:custGeom>
          <a:solidFill>
            <a:srgbClr val="171D2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1028700" y="8477250"/>
            <a:ext cx="695325" cy="781050"/>
            <a:chOff x="1028700" y="8477250"/>
            <a:chExt cx="695325" cy="781050"/>
          </a:xfrm>
        </p:grpSpPr>
        <p:sp>
          <p:nvSpPr>
            <p:cNvPr id="23" name="object 23" descr=""/>
            <p:cNvSpPr/>
            <p:nvPr/>
          </p:nvSpPr>
          <p:spPr>
            <a:xfrm>
              <a:off x="1095375" y="8972550"/>
              <a:ext cx="561975" cy="276225"/>
            </a:xfrm>
            <a:custGeom>
              <a:avLst/>
              <a:gdLst/>
              <a:ahLst/>
              <a:cxnLst/>
              <a:rect l="l" t="t" r="r" b="b"/>
              <a:pathLst>
                <a:path w="561975" h="276225">
                  <a:moveTo>
                    <a:pt x="561606" y="0"/>
                  </a:moveTo>
                  <a:lnTo>
                    <a:pt x="0" y="0"/>
                  </a:lnTo>
                  <a:lnTo>
                    <a:pt x="0" y="275818"/>
                  </a:lnTo>
                  <a:lnTo>
                    <a:pt x="561606" y="275818"/>
                  </a:lnTo>
                  <a:lnTo>
                    <a:pt x="561606" y="0"/>
                  </a:lnTo>
                  <a:close/>
                </a:path>
              </a:pathLst>
            </a:custGeom>
            <a:solidFill>
              <a:srgbClr val="FFB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89075" y="8477249"/>
              <a:ext cx="574675" cy="502920"/>
            </a:xfrm>
            <a:custGeom>
              <a:avLst/>
              <a:gdLst/>
              <a:ahLst/>
              <a:cxnLst/>
              <a:rect l="l" t="t" r="r" b="b"/>
              <a:pathLst>
                <a:path w="574675" h="502920">
                  <a:moveTo>
                    <a:pt x="574116" y="493903"/>
                  </a:moveTo>
                  <a:lnTo>
                    <a:pt x="572592" y="485013"/>
                  </a:lnTo>
                  <a:lnTo>
                    <a:pt x="99656" y="485013"/>
                  </a:lnTo>
                  <a:lnTo>
                    <a:pt x="99656" y="405193"/>
                  </a:lnTo>
                  <a:lnTo>
                    <a:pt x="81711" y="405193"/>
                  </a:lnTo>
                  <a:lnTo>
                    <a:pt x="81711" y="485013"/>
                  </a:lnTo>
                  <a:lnTo>
                    <a:pt x="18364" y="485013"/>
                  </a:lnTo>
                  <a:lnTo>
                    <a:pt x="24790" y="458597"/>
                  </a:lnTo>
                  <a:lnTo>
                    <a:pt x="38176" y="435737"/>
                  </a:lnTo>
                  <a:lnTo>
                    <a:pt x="57492" y="417449"/>
                  </a:lnTo>
                  <a:lnTo>
                    <a:pt x="81711" y="405130"/>
                  </a:lnTo>
                  <a:lnTo>
                    <a:pt x="99656" y="405130"/>
                  </a:lnTo>
                  <a:lnTo>
                    <a:pt x="99656" y="400431"/>
                  </a:lnTo>
                  <a:lnTo>
                    <a:pt x="216865" y="371983"/>
                  </a:lnTo>
                  <a:lnTo>
                    <a:pt x="433273" y="371983"/>
                  </a:lnTo>
                  <a:lnTo>
                    <a:pt x="422478" y="369316"/>
                  </a:lnTo>
                  <a:lnTo>
                    <a:pt x="286461" y="369316"/>
                  </a:lnTo>
                  <a:lnTo>
                    <a:pt x="243789" y="360807"/>
                  </a:lnTo>
                  <a:lnTo>
                    <a:pt x="208991" y="337312"/>
                  </a:lnTo>
                  <a:lnTo>
                    <a:pt x="185496" y="302641"/>
                  </a:lnTo>
                  <a:lnTo>
                    <a:pt x="176860" y="260096"/>
                  </a:lnTo>
                  <a:lnTo>
                    <a:pt x="176860" y="220853"/>
                  </a:lnTo>
                  <a:lnTo>
                    <a:pt x="235153" y="220853"/>
                  </a:lnTo>
                  <a:lnTo>
                    <a:pt x="223088" y="218440"/>
                  </a:lnTo>
                  <a:lnTo>
                    <a:pt x="192735" y="208280"/>
                  </a:lnTo>
                  <a:lnTo>
                    <a:pt x="163944" y="194183"/>
                  </a:lnTo>
                  <a:lnTo>
                    <a:pt x="200609" y="178943"/>
                  </a:lnTo>
                  <a:lnTo>
                    <a:pt x="154470" y="178943"/>
                  </a:lnTo>
                  <a:lnTo>
                    <a:pt x="162750" y="124333"/>
                  </a:lnTo>
                  <a:lnTo>
                    <a:pt x="191338" y="62992"/>
                  </a:lnTo>
                  <a:lnTo>
                    <a:pt x="249123" y="22987"/>
                  </a:lnTo>
                  <a:lnTo>
                    <a:pt x="287096" y="17907"/>
                  </a:lnTo>
                  <a:lnTo>
                    <a:pt x="355041" y="17907"/>
                  </a:lnTo>
                  <a:lnTo>
                    <a:pt x="330022" y="5842"/>
                  </a:lnTo>
                  <a:lnTo>
                    <a:pt x="287096" y="0"/>
                  </a:lnTo>
                  <a:lnTo>
                    <a:pt x="243789" y="5842"/>
                  </a:lnTo>
                  <a:lnTo>
                    <a:pt x="206959" y="23368"/>
                  </a:lnTo>
                  <a:lnTo>
                    <a:pt x="177203" y="51943"/>
                  </a:lnTo>
                  <a:lnTo>
                    <a:pt x="154838" y="91567"/>
                  </a:lnTo>
                  <a:lnTo>
                    <a:pt x="138849" y="152146"/>
                  </a:lnTo>
                  <a:lnTo>
                    <a:pt x="136474" y="180975"/>
                  </a:lnTo>
                  <a:lnTo>
                    <a:pt x="137541" y="188976"/>
                  </a:lnTo>
                  <a:lnTo>
                    <a:pt x="158915" y="211836"/>
                  </a:lnTo>
                  <a:lnTo>
                    <a:pt x="158915" y="260096"/>
                  </a:lnTo>
                  <a:lnTo>
                    <a:pt x="170967" y="314071"/>
                  </a:lnTo>
                  <a:lnTo>
                    <a:pt x="203657" y="356743"/>
                  </a:lnTo>
                  <a:lnTo>
                    <a:pt x="85559" y="385445"/>
                  </a:lnTo>
                  <a:lnTo>
                    <a:pt x="50939" y="400177"/>
                  </a:lnTo>
                  <a:lnTo>
                    <a:pt x="23888" y="424815"/>
                  </a:lnTo>
                  <a:lnTo>
                    <a:pt x="6286" y="456819"/>
                  </a:lnTo>
                  <a:lnTo>
                    <a:pt x="0" y="493903"/>
                  </a:lnTo>
                  <a:lnTo>
                    <a:pt x="0" y="498856"/>
                  </a:lnTo>
                  <a:lnTo>
                    <a:pt x="4013" y="502793"/>
                  </a:lnTo>
                  <a:lnTo>
                    <a:pt x="570039" y="502793"/>
                  </a:lnTo>
                  <a:lnTo>
                    <a:pt x="574116" y="498856"/>
                  </a:lnTo>
                  <a:lnTo>
                    <a:pt x="574116" y="493903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43545" y="8495156"/>
              <a:ext cx="418122" cy="467106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028700" y="9113773"/>
              <a:ext cx="78740" cy="144145"/>
            </a:xfrm>
            <a:custGeom>
              <a:avLst/>
              <a:gdLst/>
              <a:ahLst/>
              <a:cxnLst/>
              <a:rect l="l" t="t" r="r" b="b"/>
              <a:pathLst>
                <a:path w="78740" h="144145">
                  <a:moveTo>
                    <a:pt x="78320" y="4000"/>
                  </a:moveTo>
                  <a:lnTo>
                    <a:pt x="74307" y="0"/>
                  </a:lnTo>
                  <a:lnTo>
                    <a:pt x="60375" y="0"/>
                  </a:lnTo>
                  <a:lnTo>
                    <a:pt x="60375" y="17894"/>
                  </a:lnTo>
                  <a:lnTo>
                    <a:pt x="60375" y="126199"/>
                  </a:lnTo>
                  <a:lnTo>
                    <a:pt x="42621" y="126199"/>
                  </a:lnTo>
                  <a:lnTo>
                    <a:pt x="33032" y="124269"/>
                  </a:lnTo>
                  <a:lnTo>
                    <a:pt x="25184" y="118986"/>
                  </a:lnTo>
                  <a:lnTo>
                    <a:pt x="19888" y="111163"/>
                  </a:lnTo>
                  <a:lnTo>
                    <a:pt x="17945" y="101600"/>
                  </a:lnTo>
                  <a:lnTo>
                    <a:pt x="17945" y="42494"/>
                  </a:lnTo>
                  <a:lnTo>
                    <a:pt x="19888" y="32931"/>
                  </a:lnTo>
                  <a:lnTo>
                    <a:pt x="25184" y="25107"/>
                  </a:lnTo>
                  <a:lnTo>
                    <a:pt x="33032" y="19824"/>
                  </a:lnTo>
                  <a:lnTo>
                    <a:pt x="42621" y="17894"/>
                  </a:lnTo>
                  <a:lnTo>
                    <a:pt x="60375" y="17894"/>
                  </a:lnTo>
                  <a:lnTo>
                    <a:pt x="60375" y="0"/>
                  </a:lnTo>
                  <a:lnTo>
                    <a:pt x="42621" y="0"/>
                  </a:lnTo>
                  <a:lnTo>
                    <a:pt x="26047" y="3340"/>
                  </a:lnTo>
                  <a:lnTo>
                    <a:pt x="12496" y="12458"/>
                  </a:lnTo>
                  <a:lnTo>
                    <a:pt x="3352" y="25971"/>
                  </a:lnTo>
                  <a:lnTo>
                    <a:pt x="0" y="42494"/>
                  </a:lnTo>
                  <a:lnTo>
                    <a:pt x="0" y="101600"/>
                  </a:lnTo>
                  <a:lnTo>
                    <a:pt x="3352" y="118122"/>
                  </a:lnTo>
                  <a:lnTo>
                    <a:pt x="12496" y="131635"/>
                  </a:lnTo>
                  <a:lnTo>
                    <a:pt x="26047" y="140754"/>
                  </a:lnTo>
                  <a:lnTo>
                    <a:pt x="42621" y="144094"/>
                  </a:lnTo>
                  <a:lnTo>
                    <a:pt x="74307" y="144094"/>
                  </a:lnTo>
                  <a:lnTo>
                    <a:pt x="78320" y="140093"/>
                  </a:lnTo>
                  <a:lnTo>
                    <a:pt x="78320" y="126199"/>
                  </a:lnTo>
                  <a:lnTo>
                    <a:pt x="78320" y="17894"/>
                  </a:lnTo>
                  <a:lnTo>
                    <a:pt x="78320" y="4000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45284" y="9113773"/>
              <a:ext cx="78231" cy="144094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138783" y="9011030"/>
              <a:ext cx="483870" cy="206375"/>
            </a:xfrm>
            <a:custGeom>
              <a:avLst/>
              <a:gdLst/>
              <a:ahLst/>
              <a:cxnLst/>
              <a:rect l="l" t="t" r="r" b="b"/>
              <a:pathLst>
                <a:path w="483869" h="206375">
                  <a:moveTo>
                    <a:pt x="81965" y="191897"/>
                  </a:moveTo>
                  <a:lnTo>
                    <a:pt x="77939" y="187896"/>
                  </a:lnTo>
                  <a:lnTo>
                    <a:pt x="4013" y="187896"/>
                  </a:lnTo>
                  <a:lnTo>
                    <a:pt x="0" y="191897"/>
                  </a:lnTo>
                  <a:lnTo>
                    <a:pt x="0" y="201777"/>
                  </a:lnTo>
                  <a:lnTo>
                    <a:pt x="4013" y="205790"/>
                  </a:lnTo>
                  <a:lnTo>
                    <a:pt x="77939" y="205790"/>
                  </a:lnTo>
                  <a:lnTo>
                    <a:pt x="81965" y="201777"/>
                  </a:lnTo>
                  <a:lnTo>
                    <a:pt x="81965" y="191897"/>
                  </a:lnTo>
                  <a:close/>
                </a:path>
                <a:path w="483869" h="206375">
                  <a:moveTo>
                    <a:pt x="81965" y="152971"/>
                  </a:moveTo>
                  <a:lnTo>
                    <a:pt x="77939" y="148971"/>
                  </a:lnTo>
                  <a:lnTo>
                    <a:pt x="4013" y="148971"/>
                  </a:lnTo>
                  <a:lnTo>
                    <a:pt x="0" y="152971"/>
                  </a:lnTo>
                  <a:lnTo>
                    <a:pt x="0" y="162852"/>
                  </a:lnTo>
                  <a:lnTo>
                    <a:pt x="4013" y="166865"/>
                  </a:lnTo>
                  <a:lnTo>
                    <a:pt x="77939" y="166865"/>
                  </a:lnTo>
                  <a:lnTo>
                    <a:pt x="81965" y="162852"/>
                  </a:lnTo>
                  <a:lnTo>
                    <a:pt x="81965" y="152971"/>
                  </a:lnTo>
                  <a:close/>
                </a:path>
                <a:path w="483869" h="206375">
                  <a:moveTo>
                    <a:pt x="483425" y="17868"/>
                  </a:moveTo>
                  <a:lnTo>
                    <a:pt x="483387" y="3937"/>
                  </a:lnTo>
                  <a:lnTo>
                    <a:pt x="479450" y="0"/>
                  </a:lnTo>
                  <a:lnTo>
                    <a:pt x="465480" y="0"/>
                  </a:lnTo>
                  <a:lnTo>
                    <a:pt x="465480" y="17868"/>
                  </a:lnTo>
                  <a:lnTo>
                    <a:pt x="465480" y="93624"/>
                  </a:lnTo>
                  <a:lnTo>
                    <a:pt x="389407" y="93624"/>
                  </a:lnTo>
                  <a:lnTo>
                    <a:pt x="389407" y="17868"/>
                  </a:lnTo>
                  <a:lnTo>
                    <a:pt x="465480" y="17868"/>
                  </a:lnTo>
                  <a:lnTo>
                    <a:pt x="465480" y="0"/>
                  </a:lnTo>
                  <a:lnTo>
                    <a:pt x="375564" y="0"/>
                  </a:lnTo>
                  <a:lnTo>
                    <a:pt x="371500" y="3937"/>
                  </a:lnTo>
                  <a:lnTo>
                    <a:pt x="371500" y="107518"/>
                  </a:lnTo>
                  <a:lnTo>
                    <a:pt x="375564" y="111518"/>
                  </a:lnTo>
                  <a:lnTo>
                    <a:pt x="479450" y="111518"/>
                  </a:lnTo>
                  <a:lnTo>
                    <a:pt x="483387" y="107518"/>
                  </a:lnTo>
                  <a:lnTo>
                    <a:pt x="483387" y="93624"/>
                  </a:lnTo>
                  <a:lnTo>
                    <a:pt x="483425" y="17868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1028700" y="742950"/>
            <a:ext cx="11268075" cy="1057275"/>
            <a:chOff x="1028700" y="742950"/>
            <a:chExt cx="11268075" cy="1057275"/>
          </a:xfrm>
        </p:grpSpPr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28700" y="742950"/>
              <a:ext cx="6791325" cy="1057275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48600" y="742950"/>
              <a:ext cx="4448175" cy="1057275"/>
            </a:xfrm>
            <a:prstGeom prst="rect">
              <a:avLst/>
            </a:prstGeom>
          </p:spPr>
        </p:pic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7410068" y="706691"/>
            <a:ext cx="451484" cy="9753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200" spc="-50"/>
              <a:t>ọ</a:t>
            </a:r>
            <a:endParaRPr sz="6200"/>
          </a:p>
        </p:txBody>
      </p:sp>
      <p:sp>
        <p:nvSpPr>
          <p:cNvPr id="33" name="object 33" descr=""/>
          <p:cNvSpPr txBox="1"/>
          <p:nvPr/>
        </p:nvSpPr>
        <p:spPr>
          <a:xfrm>
            <a:off x="11920219" y="706691"/>
            <a:ext cx="424180" cy="9753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200" spc="-50" b="1">
                <a:solidFill>
                  <a:srgbClr val="2B578F"/>
                </a:solidFill>
                <a:latin typeface="Calibri"/>
                <a:cs typeface="Calibri"/>
              </a:rPr>
              <a:t>ệ</a:t>
            </a:r>
            <a:endParaRPr sz="6200">
              <a:latin typeface="Calibri"/>
              <a:cs typeface="Calibri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325350" y="742950"/>
            <a:ext cx="1428750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8543925"/>
            <a:ext cx="828675" cy="78105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295525" y="1200150"/>
            <a:ext cx="3181350" cy="1381125"/>
            <a:chOff x="2295525" y="1200150"/>
            <a:chExt cx="3181350" cy="138112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5525" y="1200150"/>
              <a:ext cx="1390650" cy="138112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5200" y="1200150"/>
              <a:ext cx="1971675" cy="1381125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91175" y="1200150"/>
            <a:ext cx="3124200" cy="13811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15475" y="1200150"/>
            <a:ext cx="5867400" cy="138112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06295" algn="l"/>
                <a:tab pos="5220970" algn="l"/>
              </a:tabLst>
            </a:pPr>
            <a:r>
              <a:rPr dirty="0" spc="-50"/>
              <a:t>ế</a:t>
            </a:r>
            <a:r>
              <a:rPr dirty="0"/>
              <a:t>	</a:t>
            </a:r>
            <a:r>
              <a:rPr dirty="0" spc="-50"/>
              <a:t>ậ</a:t>
            </a:r>
            <a:r>
              <a:rPr dirty="0"/>
              <a:t>	</a:t>
            </a:r>
            <a:r>
              <a:rPr dirty="0" spc="-25"/>
              <a:t>ướ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4882876" y="1171892"/>
            <a:ext cx="544195" cy="1261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100" spc="-50" b="1">
                <a:solidFill>
                  <a:srgbClr val="2B578F"/>
                </a:solidFill>
                <a:latin typeface="Calibri"/>
                <a:cs typeface="Calibri"/>
              </a:rPr>
              <a:t>ể</a:t>
            </a:r>
            <a:endParaRPr sz="8100">
              <a:latin typeface="Calibri"/>
              <a:cs typeface="Calibr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401925" y="1200150"/>
            <a:ext cx="1209675" cy="1381125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2306701" y="3544823"/>
            <a:ext cx="13703300" cy="2978150"/>
            <a:chOff x="2306701" y="3544823"/>
            <a:chExt cx="13703300" cy="2978150"/>
          </a:xfrm>
        </p:grpSpPr>
        <p:sp>
          <p:nvSpPr>
            <p:cNvPr id="12" name="object 12" descr=""/>
            <p:cNvSpPr/>
            <p:nvPr/>
          </p:nvSpPr>
          <p:spPr>
            <a:xfrm>
              <a:off x="2319401" y="3557523"/>
              <a:ext cx="13677900" cy="2952750"/>
            </a:xfrm>
            <a:custGeom>
              <a:avLst/>
              <a:gdLst/>
              <a:ahLst/>
              <a:cxnLst/>
              <a:rect l="l" t="t" r="r" b="b"/>
              <a:pathLst>
                <a:path w="13677900" h="2952750">
                  <a:moveTo>
                    <a:pt x="13615035" y="0"/>
                  </a:moveTo>
                  <a:lnTo>
                    <a:pt x="62737" y="0"/>
                  </a:lnTo>
                  <a:lnTo>
                    <a:pt x="50418" y="2412"/>
                  </a:lnTo>
                  <a:lnTo>
                    <a:pt x="10541" y="54482"/>
                  </a:lnTo>
                  <a:lnTo>
                    <a:pt x="0" y="122427"/>
                  </a:lnTo>
                  <a:lnTo>
                    <a:pt x="0" y="2830449"/>
                  </a:lnTo>
                  <a:lnTo>
                    <a:pt x="18287" y="2916936"/>
                  </a:lnTo>
                  <a:lnTo>
                    <a:pt x="62737" y="2952750"/>
                  </a:lnTo>
                  <a:lnTo>
                    <a:pt x="13615035" y="2952750"/>
                  </a:lnTo>
                  <a:lnTo>
                    <a:pt x="13659485" y="2916936"/>
                  </a:lnTo>
                  <a:lnTo>
                    <a:pt x="13677772" y="2830449"/>
                  </a:lnTo>
                  <a:lnTo>
                    <a:pt x="13677772" y="122427"/>
                  </a:lnTo>
                  <a:lnTo>
                    <a:pt x="13659485" y="35941"/>
                  </a:lnTo>
                  <a:lnTo>
                    <a:pt x="13615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19401" y="3557523"/>
              <a:ext cx="13677900" cy="2952750"/>
            </a:xfrm>
            <a:custGeom>
              <a:avLst/>
              <a:gdLst/>
              <a:ahLst/>
              <a:cxnLst/>
              <a:rect l="l" t="t" r="r" b="b"/>
              <a:pathLst>
                <a:path w="13677900" h="2952750">
                  <a:moveTo>
                    <a:pt x="13615035" y="0"/>
                  </a:moveTo>
                  <a:lnTo>
                    <a:pt x="62737" y="0"/>
                  </a:lnTo>
                  <a:lnTo>
                    <a:pt x="50418" y="2412"/>
                  </a:lnTo>
                  <a:lnTo>
                    <a:pt x="10541" y="54482"/>
                  </a:lnTo>
                  <a:lnTo>
                    <a:pt x="0" y="122427"/>
                  </a:lnTo>
                  <a:lnTo>
                    <a:pt x="0" y="2830449"/>
                  </a:lnTo>
                  <a:lnTo>
                    <a:pt x="18287" y="2916936"/>
                  </a:lnTo>
                  <a:lnTo>
                    <a:pt x="62737" y="2952750"/>
                  </a:lnTo>
                  <a:lnTo>
                    <a:pt x="13615035" y="2952750"/>
                  </a:lnTo>
                  <a:lnTo>
                    <a:pt x="13659485" y="2916936"/>
                  </a:lnTo>
                  <a:lnTo>
                    <a:pt x="13677772" y="2830449"/>
                  </a:lnTo>
                  <a:lnTo>
                    <a:pt x="13677772" y="122427"/>
                  </a:lnTo>
                  <a:lnTo>
                    <a:pt x="13659485" y="35941"/>
                  </a:lnTo>
                  <a:lnTo>
                    <a:pt x="13615035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64991" y="4105274"/>
              <a:ext cx="10298430" cy="1190625"/>
            </a:xfrm>
            <a:custGeom>
              <a:avLst/>
              <a:gdLst/>
              <a:ahLst/>
              <a:cxnLst/>
              <a:rect l="l" t="t" r="r" b="b"/>
              <a:pathLst>
                <a:path w="10298430" h="1190625">
                  <a:moveTo>
                    <a:pt x="1241361" y="0"/>
                  </a:moveTo>
                  <a:lnTo>
                    <a:pt x="1241361" y="0"/>
                  </a:lnTo>
                  <a:lnTo>
                    <a:pt x="0" y="0"/>
                  </a:lnTo>
                  <a:lnTo>
                    <a:pt x="0" y="276225"/>
                  </a:lnTo>
                  <a:lnTo>
                    <a:pt x="1241361" y="276225"/>
                  </a:lnTo>
                  <a:lnTo>
                    <a:pt x="1241361" y="0"/>
                  </a:lnTo>
                  <a:close/>
                </a:path>
                <a:path w="10298430" h="1190625">
                  <a:moveTo>
                    <a:pt x="1711261" y="914400"/>
                  </a:moveTo>
                  <a:lnTo>
                    <a:pt x="1711261" y="914400"/>
                  </a:lnTo>
                  <a:lnTo>
                    <a:pt x="0" y="914400"/>
                  </a:lnTo>
                  <a:lnTo>
                    <a:pt x="0" y="1190625"/>
                  </a:lnTo>
                  <a:lnTo>
                    <a:pt x="1711261" y="1190625"/>
                  </a:lnTo>
                  <a:lnTo>
                    <a:pt x="1711261" y="914400"/>
                  </a:lnTo>
                  <a:close/>
                </a:path>
                <a:path w="10298430" h="1190625">
                  <a:moveTo>
                    <a:pt x="2047811" y="457200"/>
                  </a:moveTo>
                  <a:lnTo>
                    <a:pt x="2047811" y="457200"/>
                  </a:lnTo>
                  <a:lnTo>
                    <a:pt x="0" y="457200"/>
                  </a:lnTo>
                  <a:lnTo>
                    <a:pt x="0" y="733425"/>
                  </a:lnTo>
                  <a:lnTo>
                    <a:pt x="2047811" y="733425"/>
                  </a:lnTo>
                  <a:lnTo>
                    <a:pt x="2047811" y="457200"/>
                  </a:lnTo>
                  <a:close/>
                </a:path>
                <a:path w="10298430" h="1190625">
                  <a:moveTo>
                    <a:pt x="2127186" y="0"/>
                  </a:moveTo>
                  <a:lnTo>
                    <a:pt x="2127186" y="0"/>
                  </a:lnTo>
                  <a:lnTo>
                    <a:pt x="1241425" y="0"/>
                  </a:lnTo>
                  <a:lnTo>
                    <a:pt x="1241425" y="276225"/>
                  </a:lnTo>
                  <a:lnTo>
                    <a:pt x="2127186" y="276225"/>
                  </a:lnTo>
                  <a:lnTo>
                    <a:pt x="2127186" y="0"/>
                  </a:lnTo>
                  <a:close/>
                </a:path>
                <a:path w="10298430" h="1190625">
                  <a:moveTo>
                    <a:pt x="2949562" y="457200"/>
                  </a:moveTo>
                  <a:lnTo>
                    <a:pt x="2498725" y="457200"/>
                  </a:lnTo>
                  <a:lnTo>
                    <a:pt x="2435225" y="457200"/>
                  </a:lnTo>
                  <a:lnTo>
                    <a:pt x="2111375" y="457200"/>
                  </a:lnTo>
                  <a:lnTo>
                    <a:pt x="2047875" y="457200"/>
                  </a:lnTo>
                  <a:lnTo>
                    <a:pt x="2047875" y="733425"/>
                  </a:lnTo>
                  <a:lnTo>
                    <a:pt x="2111375" y="733425"/>
                  </a:lnTo>
                  <a:lnTo>
                    <a:pt x="2435225" y="733425"/>
                  </a:lnTo>
                  <a:lnTo>
                    <a:pt x="2498725" y="733425"/>
                  </a:lnTo>
                  <a:lnTo>
                    <a:pt x="2949562" y="733425"/>
                  </a:lnTo>
                  <a:lnTo>
                    <a:pt x="2949562" y="457200"/>
                  </a:lnTo>
                  <a:close/>
                </a:path>
                <a:path w="10298430" h="1190625">
                  <a:moveTo>
                    <a:pt x="3082861" y="0"/>
                  </a:moveTo>
                  <a:lnTo>
                    <a:pt x="3082861" y="0"/>
                  </a:lnTo>
                  <a:lnTo>
                    <a:pt x="2127250" y="0"/>
                  </a:lnTo>
                  <a:lnTo>
                    <a:pt x="2127250" y="276225"/>
                  </a:lnTo>
                  <a:lnTo>
                    <a:pt x="3082861" y="276225"/>
                  </a:lnTo>
                  <a:lnTo>
                    <a:pt x="3082861" y="0"/>
                  </a:lnTo>
                  <a:close/>
                </a:path>
                <a:path w="10298430" h="1190625">
                  <a:moveTo>
                    <a:pt x="3930586" y="914400"/>
                  </a:moveTo>
                  <a:lnTo>
                    <a:pt x="3930586" y="914400"/>
                  </a:lnTo>
                  <a:lnTo>
                    <a:pt x="1711325" y="914400"/>
                  </a:lnTo>
                  <a:lnTo>
                    <a:pt x="1711325" y="1190625"/>
                  </a:lnTo>
                  <a:lnTo>
                    <a:pt x="3930586" y="1190625"/>
                  </a:lnTo>
                  <a:lnTo>
                    <a:pt x="3930586" y="914400"/>
                  </a:lnTo>
                  <a:close/>
                </a:path>
                <a:path w="10298430" h="1190625">
                  <a:moveTo>
                    <a:pt x="4267136" y="0"/>
                  </a:moveTo>
                  <a:lnTo>
                    <a:pt x="4267136" y="0"/>
                  </a:lnTo>
                  <a:lnTo>
                    <a:pt x="3082925" y="0"/>
                  </a:lnTo>
                  <a:lnTo>
                    <a:pt x="3082925" y="276225"/>
                  </a:lnTo>
                  <a:lnTo>
                    <a:pt x="4267136" y="276225"/>
                  </a:lnTo>
                  <a:lnTo>
                    <a:pt x="4267136" y="0"/>
                  </a:lnTo>
                  <a:close/>
                </a:path>
                <a:path w="10298430" h="1190625">
                  <a:moveTo>
                    <a:pt x="4990973" y="457200"/>
                  </a:moveTo>
                  <a:lnTo>
                    <a:pt x="4990973" y="457200"/>
                  </a:lnTo>
                  <a:lnTo>
                    <a:pt x="2949575" y="457200"/>
                  </a:lnTo>
                  <a:lnTo>
                    <a:pt x="2949575" y="733425"/>
                  </a:lnTo>
                  <a:lnTo>
                    <a:pt x="4990973" y="733425"/>
                  </a:lnTo>
                  <a:lnTo>
                    <a:pt x="4990973" y="457200"/>
                  </a:lnTo>
                  <a:close/>
                </a:path>
                <a:path w="10298430" h="1190625">
                  <a:moveTo>
                    <a:pt x="5302186" y="0"/>
                  </a:moveTo>
                  <a:lnTo>
                    <a:pt x="5302186" y="0"/>
                  </a:lnTo>
                  <a:lnTo>
                    <a:pt x="4267200" y="0"/>
                  </a:lnTo>
                  <a:lnTo>
                    <a:pt x="4267200" y="276225"/>
                  </a:lnTo>
                  <a:lnTo>
                    <a:pt x="5302186" y="276225"/>
                  </a:lnTo>
                  <a:lnTo>
                    <a:pt x="5302186" y="0"/>
                  </a:lnTo>
                  <a:close/>
                </a:path>
                <a:path w="10298430" h="1190625">
                  <a:moveTo>
                    <a:pt x="7781861" y="914400"/>
                  </a:moveTo>
                  <a:lnTo>
                    <a:pt x="7781861" y="914400"/>
                  </a:lnTo>
                  <a:lnTo>
                    <a:pt x="3930650" y="914400"/>
                  </a:lnTo>
                  <a:lnTo>
                    <a:pt x="3930650" y="1190625"/>
                  </a:lnTo>
                  <a:lnTo>
                    <a:pt x="7781861" y="1190625"/>
                  </a:lnTo>
                  <a:lnTo>
                    <a:pt x="7781861" y="914400"/>
                  </a:lnTo>
                  <a:close/>
                </a:path>
                <a:path w="10298430" h="1190625">
                  <a:moveTo>
                    <a:pt x="8767826" y="0"/>
                  </a:moveTo>
                  <a:lnTo>
                    <a:pt x="5365750" y="0"/>
                  </a:lnTo>
                  <a:lnTo>
                    <a:pt x="5302250" y="0"/>
                  </a:lnTo>
                  <a:lnTo>
                    <a:pt x="5302250" y="276225"/>
                  </a:lnTo>
                  <a:lnTo>
                    <a:pt x="5365750" y="276225"/>
                  </a:lnTo>
                  <a:lnTo>
                    <a:pt x="8767826" y="276225"/>
                  </a:lnTo>
                  <a:lnTo>
                    <a:pt x="8767826" y="0"/>
                  </a:lnTo>
                  <a:close/>
                </a:path>
                <a:path w="10298430" h="1190625">
                  <a:moveTo>
                    <a:pt x="8966136" y="914400"/>
                  </a:moveTo>
                  <a:lnTo>
                    <a:pt x="8966136" y="914400"/>
                  </a:lnTo>
                  <a:lnTo>
                    <a:pt x="7781925" y="914400"/>
                  </a:lnTo>
                  <a:lnTo>
                    <a:pt x="7781925" y="1190625"/>
                  </a:lnTo>
                  <a:lnTo>
                    <a:pt x="8966136" y="1190625"/>
                  </a:lnTo>
                  <a:lnTo>
                    <a:pt x="8966136" y="914400"/>
                  </a:lnTo>
                  <a:close/>
                </a:path>
                <a:path w="10298430" h="1190625">
                  <a:moveTo>
                    <a:pt x="9924986" y="914400"/>
                  </a:moveTo>
                  <a:lnTo>
                    <a:pt x="9924986" y="914400"/>
                  </a:lnTo>
                  <a:lnTo>
                    <a:pt x="8966200" y="914400"/>
                  </a:lnTo>
                  <a:lnTo>
                    <a:pt x="8966200" y="1190625"/>
                  </a:lnTo>
                  <a:lnTo>
                    <a:pt x="9924986" y="1190625"/>
                  </a:lnTo>
                  <a:lnTo>
                    <a:pt x="9924986" y="914400"/>
                  </a:lnTo>
                  <a:close/>
                </a:path>
                <a:path w="10298430" h="1190625">
                  <a:moveTo>
                    <a:pt x="10298112" y="914400"/>
                  </a:moveTo>
                  <a:lnTo>
                    <a:pt x="9988550" y="914400"/>
                  </a:lnTo>
                  <a:lnTo>
                    <a:pt x="9925050" y="914400"/>
                  </a:lnTo>
                  <a:lnTo>
                    <a:pt x="9925050" y="1190625"/>
                  </a:lnTo>
                  <a:lnTo>
                    <a:pt x="9988550" y="1190625"/>
                  </a:lnTo>
                  <a:lnTo>
                    <a:pt x="10298112" y="1190625"/>
                  </a:lnTo>
                  <a:lnTo>
                    <a:pt x="10298112" y="914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64991" y="5019674"/>
              <a:ext cx="11982450" cy="733425"/>
            </a:xfrm>
            <a:custGeom>
              <a:avLst/>
              <a:gdLst/>
              <a:ahLst/>
              <a:cxnLst/>
              <a:rect l="l" t="t" r="r" b="b"/>
              <a:pathLst>
                <a:path w="11982450" h="733425">
                  <a:moveTo>
                    <a:pt x="593661" y="457200"/>
                  </a:moveTo>
                  <a:lnTo>
                    <a:pt x="509587" y="457200"/>
                  </a:lnTo>
                  <a:lnTo>
                    <a:pt x="0" y="457200"/>
                  </a:lnTo>
                  <a:lnTo>
                    <a:pt x="0" y="733425"/>
                  </a:lnTo>
                  <a:lnTo>
                    <a:pt x="509524" y="733425"/>
                  </a:lnTo>
                  <a:lnTo>
                    <a:pt x="593661" y="733425"/>
                  </a:lnTo>
                  <a:lnTo>
                    <a:pt x="593661" y="457200"/>
                  </a:lnTo>
                  <a:close/>
                </a:path>
                <a:path w="11982450" h="733425">
                  <a:moveTo>
                    <a:pt x="2581211" y="457200"/>
                  </a:moveTo>
                  <a:lnTo>
                    <a:pt x="2581211" y="457200"/>
                  </a:lnTo>
                  <a:lnTo>
                    <a:pt x="593725" y="457200"/>
                  </a:lnTo>
                  <a:lnTo>
                    <a:pt x="593725" y="733425"/>
                  </a:lnTo>
                  <a:lnTo>
                    <a:pt x="2581211" y="733425"/>
                  </a:lnTo>
                  <a:lnTo>
                    <a:pt x="2581211" y="457200"/>
                  </a:lnTo>
                  <a:close/>
                </a:path>
                <a:path w="11982450" h="733425">
                  <a:moveTo>
                    <a:pt x="10918762" y="0"/>
                  </a:moveTo>
                  <a:lnTo>
                    <a:pt x="10918762" y="0"/>
                  </a:lnTo>
                  <a:lnTo>
                    <a:pt x="9988550" y="0"/>
                  </a:lnTo>
                  <a:lnTo>
                    <a:pt x="9988550" y="276225"/>
                  </a:lnTo>
                  <a:lnTo>
                    <a:pt x="10918762" y="276225"/>
                  </a:lnTo>
                  <a:lnTo>
                    <a:pt x="10918762" y="0"/>
                  </a:lnTo>
                  <a:close/>
                </a:path>
                <a:path w="11982450" h="733425">
                  <a:moveTo>
                    <a:pt x="11982450" y="0"/>
                  </a:moveTo>
                  <a:lnTo>
                    <a:pt x="11982450" y="0"/>
                  </a:lnTo>
                  <a:lnTo>
                    <a:pt x="10918825" y="0"/>
                  </a:lnTo>
                  <a:lnTo>
                    <a:pt x="10918825" y="276225"/>
                  </a:lnTo>
                  <a:lnTo>
                    <a:pt x="11982450" y="276225"/>
                  </a:lnTo>
                  <a:lnTo>
                    <a:pt x="11982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654935" y="3395779"/>
            <a:ext cx="13148310" cy="2369820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2750" b="1">
                <a:latin typeface="Times New Roman"/>
                <a:cs typeface="Times New Roman"/>
              </a:rPr>
              <a:t>Kết</a:t>
            </a:r>
            <a:r>
              <a:rPr dirty="0" sz="2750" spc="70" b="1">
                <a:latin typeface="Times New Roman"/>
                <a:cs typeface="Times New Roman"/>
              </a:rPr>
              <a:t> </a:t>
            </a:r>
            <a:r>
              <a:rPr dirty="0" sz="2750" b="1">
                <a:latin typeface="Times New Roman"/>
                <a:cs typeface="Times New Roman"/>
              </a:rPr>
              <a:t>luận</a:t>
            </a:r>
            <a:r>
              <a:rPr dirty="0" sz="2750" spc="105" b="1">
                <a:latin typeface="Times New Roman"/>
                <a:cs typeface="Times New Roman"/>
              </a:rPr>
              <a:t> </a:t>
            </a:r>
            <a:r>
              <a:rPr dirty="0" sz="2750" spc="-50" b="1"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  <a:p>
            <a:pPr marL="1211580">
              <a:lnSpc>
                <a:spcPct val="100000"/>
              </a:lnSpc>
              <a:spcBef>
                <a:spcPts val="830"/>
              </a:spcBef>
            </a:pPr>
            <a:r>
              <a:rPr dirty="0" sz="2000">
                <a:latin typeface="Times New Roman"/>
                <a:cs typeface="Times New Roman"/>
              </a:rPr>
              <a:t>Hệ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thống đã đáp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ứng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các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chức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năng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chính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của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đề tài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Upload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Single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File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Control:</a:t>
            </a:r>
            <a:endParaRPr sz="2000">
              <a:latin typeface="Times New Roman"/>
              <a:cs typeface="Times New Roman"/>
            </a:endParaRPr>
          </a:p>
          <a:p>
            <a:pPr marL="121158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upload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một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file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theo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mô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hình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Client-</a:t>
            </a:r>
            <a:r>
              <a:rPr dirty="0" sz="2000">
                <a:latin typeface="Times New Roman"/>
                <a:cs typeface="Times New Roman"/>
              </a:rPr>
              <a:t>Server,</a:t>
            </a:r>
            <a:r>
              <a:rPr dirty="0" sz="2000" spc="-20">
                <a:latin typeface="Times New Roman"/>
                <a:cs typeface="Times New Roman"/>
              </a:rPr>
              <a:t> chia</a:t>
            </a:r>
            <a:endParaRPr sz="2000">
              <a:latin typeface="Times New Roman"/>
              <a:cs typeface="Times New Roman"/>
            </a:endParaRPr>
          </a:p>
          <a:p>
            <a:pPr marL="121158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imes New Roman"/>
                <a:cs typeface="Times New Roman"/>
              </a:rPr>
              <a:t>file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thành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chunk,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truyền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đa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luồng, điều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khiển</a:t>
            </a:r>
            <a:r>
              <a:rPr dirty="0" sz="2000" spc="-10">
                <a:latin typeface="Times New Roman"/>
                <a:cs typeface="Times New Roman"/>
              </a:rPr>
              <a:t> Start/Pause/Resume/Stop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trong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cùng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phiên, giới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hạn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tốc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độ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và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xác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minh</a:t>
            </a:r>
            <a:endParaRPr sz="2000">
              <a:latin typeface="Times New Roman"/>
              <a:cs typeface="Times New Roman"/>
            </a:endParaRPr>
          </a:p>
          <a:p>
            <a:pPr marL="1211580">
              <a:lnSpc>
                <a:spcPct val="100000"/>
              </a:lnSpc>
              <a:spcBef>
                <a:spcPts val="1200"/>
              </a:spcBef>
            </a:pPr>
            <a:r>
              <a:rPr dirty="0" sz="2000" spc="-10">
                <a:latin typeface="Times New Roman"/>
                <a:cs typeface="Times New Roman"/>
              </a:rPr>
              <a:t>SHA-</a:t>
            </a:r>
            <a:r>
              <a:rPr dirty="0" sz="2000">
                <a:latin typeface="Times New Roman"/>
                <a:cs typeface="Times New Roman"/>
              </a:rPr>
              <a:t>256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sau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khi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upload.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8543925"/>
            <a:ext cx="828675" cy="78105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295525" y="1200150"/>
            <a:ext cx="3181350" cy="1381125"/>
            <a:chOff x="2295525" y="1200150"/>
            <a:chExt cx="3181350" cy="138112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5525" y="1200150"/>
              <a:ext cx="1390650" cy="138112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5200" y="1200150"/>
              <a:ext cx="1971675" cy="1381125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91175" y="1200150"/>
            <a:ext cx="3124200" cy="13811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15475" y="1200150"/>
            <a:ext cx="5867400" cy="138112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06295" algn="l"/>
                <a:tab pos="5220970" algn="l"/>
              </a:tabLst>
            </a:pPr>
            <a:r>
              <a:rPr dirty="0" spc="-50"/>
              <a:t>ế</a:t>
            </a:r>
            <a:r>
              <a:rPr dirty="0"/>
              <a:t>	</a:t>
            </a:r>
            <a:r>
              <a:rPr dirty="0" spc="-50"/>
              <a:t>ậ</a:t>
            </a:r>
            <a:r>
              <a:rPr dirty="0"/>
              <a:t>	</a:t>
            </a:r>
            <a:r>
              <a:rPr dirty="0" spc="-25"/>
              <a:t>ướ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4882876" y="1171892"/>
            <a:ext cx="544195" cy="1261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100" spc="-50" b="1">
                <a:solidFill>
                  <a:srgbClr val="2B578F"/>
                </a:solidFill>
                <a:latin typeface="Calibri"/>
                <a:cs typeface="Calibri"/>
              </a:rPr>
              <a:t>ể</a:t>
            </a:r>
            <a:endParaRPr sz="8100">
              <a:latin typeface="Calibri"/>
              <a:cs typeface="Calibr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401925" y="1200150"/>
            <a:ext cx="1209675" cy="1381125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2287651" y="3544823"/>
            <a:ext cx="15198725" cy="1616710"/>
            <a:chOff x="2287651" y="3544823"/>
            <a:chExt cx="15198725" cy="1616710"/>
          </a:xfrm>
        </p:grpSpPr>
        <p:sp>
          <p:nvSpPr>
            <p:cNvPr id="12" name="object 12" descr=""/>
            <p:cNvSpPr/>
            <p:nvPr/>
          </p:nvSpPr>
          <p:spPr>
            <a:xfrm>
              <a:off x="2300351" y="3557523"/>
              <a:ext cx="15173325" cy="1591310"/>
            </a:xfrm>
            <a:custGeom>
              <a:avLst/>
              <a:gdLst/>
              <a:ahLst/>
              <a:cxnLst/>
              <a:rect l="l" t="t" r="r" b="b"/>
              <a:pathLst>
                <a:path w="15173325" h="1591310">
                  <a:moveTo>
                    <a:pt x="15103602" y="0"/>
                  </a:moveTo>
                  <a:lnTo>
                    <a:pt x="69596" y="0"/>
                  </a:lnTo>
                  <a:lnTo>
                    <a:pt x="56006" y="1397"/>
                  </a:lnTo>
                  <a:lnTo>
                    <a:pt x="11684" y="29336"/>
                  </a:lnTo>
                  <a:lnTo>
                    <a:pt x="0" y="65912"/>
                  </a:lnTo>
                  <a:lnTo>
                    <a:pt x="0" y="1524889"/>
                  </a:lnTo>
                  <a:lnTo>
                    <a:pt x="20319" y="1571371"/>
                  </a:lnTo>
                  <a:lnTo>
                    <a:pt x="69596" y="1590802"/>
                  </a:lnTo>
                  <a:lnTo>
                    <a:pt x="15103602" y="1590802"/>
                  </a:lnTo>
                  <a:lnTo>
                    <a:pt x="15152877" y="1571371"/>
                  </a:lnTo>
                  <a:lnTo>
                    <a:pt x="15173197" y="1524889"/>
                  </a:lnTo>
                  <a:lnTo>
                    <a:pt x="15173197" y="65912"/>
                  </a:lnTo>
                  <a:lnTo>
                    <a:pt x="15152877" y="19430"/>
                  </a:lnTo>
                  <a:lnTo>
                    <a:pt x="15103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00351" y="3557523"/>
              <a:ext cx="15173325" cy="1591310"/>
            </a:xfrm>
            <a:custGeom>
              <a:avLst/>
              <a:gdLst/>
              <a:ahLst/>
              <a:cxnLst/>
              <a:rect l="l" t="t" r="r" b="b"/>
              <a:pathLst>
                <a:path w="15173325" h="1591310">
                  <a:moveTo>
                    <a:pt x="15103602" y="0"/>
                  </a:moveTo>
                  <a:lnTo>
                    <a:pt x="69596" y="0"/>
                  </a:lnTo>
                  <a:lnTo>
                    <a:pt x="56006" y="1397"/>
                  </a:lnTo>
                  <a:lnTo>
                    <a:pt x="11684" y="29336"/>
                  </a:lnTo>
                  <a:lnTo>
                    <a:pt x="0" y="65912"/>
                  </a:lnTo>
                  <a:lnTo>
                    <a:pt x="0" y="1524889"/>
                  </a:lnTo>
                  <a:lnTo>
                    <a:pt x="20319" y="1571371"/>
                  </a:lnTo>
                  <a:lnTo>
                    <a:pt x="69596" y="1590802"/>
                  </a:lnTo>
                  <a:lnTo>
                    <a:pt x="15103602" y="1590802"/>
                  </a:lnTo>
                  <a:lnTo>
                    <a:pt x="15152877" y="1571371"/>
                  </a:lnTo>
                  <a:lnTo>
                    <a:pt x="15173197" y="1524889"/>
                  </a:lnTo>
                  <a:lnTo>
                    <a:pt x="15173197" y="65912"/>
                  </a:lnTo>
                  <a:lnTo>
                    <a:pt x="15152877" y="19430"/>
                  </a:lnTo>
                  <a:lnTo>
                    <a:pt x="15103602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299589" y="3581399"/>
              <a:ext cx="7717155" cy="1247775"/>
            </a:xfrm>
            <a:custGeom>
              <a:avLst/>
              <a:gdLst/>
              <a:ahLst/>
              <a:cxnLst/>
              <a:rect l="l" t="t" r="r" b="b"/>
              <a:pathLst>
                <a:path w="7717155" h="1247775">
                  <a:moveTo>
                    <a:pt x="1379537" y="0"/>
                  </a:moveTo>
                  <a:lnTo>
                    <a:pt x="939800" y="0"/>
                  </a:lnTo>
                  <a:lnTo>
                    <a:pt x="863600" y="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304800" y="342900"/>
                  </a:lnTo>
                  <a:lnTo>
                    <a:pt x="863600" y="342900"/>
                  </a:lnTo>
                  <a:lnTo>
                    <a:pt x="939800" y="342900"/>
                  </a:lnTo>
                  <a:lnTo>
                    <a:pt x="1379537" y="342900"/>
                  </a:lnTo>
                  <a:lnTo>
                    <a:pt x="1379537" y="0"/>
                  </a:lnTo>
                  <a:close/>
                </a:path>
                <a:path w="7717155" h="1247775">
                  <a:moveTo>
                    <a:pt x="2102167" y="971550"/>
                  </a:moveTo>
                  <a:lnTo>
                    <a:pt x="1554480" y="971550"/>
                  </a:lnTo>
                  <a:lnTo>
                    <a:pt x="1554480" y="1247775"/>
                  </a:lnTo>
                  <a:lnTo>
                    <a:pt x="2102167" y="1247775"/>
                  </a:lnTo>
                  <a:lnTo>
                    <a:pt x="2102167" y="971550"/>
                  </a:lnTo>
                  <a:close/>
                </a:path>
                <a:path w="7717155" h="1247775">
                  <a:moveTo>
                    <a:pt x="2102167" y="666750"/>
                  </a:moveTo>
                  <a:lnTo>
                    <a:pt x="1554480" y="666750"/>
                  </a:lnTo>
                  <a:lnTo>
                    <a:pt x="1554480" y="942975"/>
                  </a:lnTo>
                  <a:lnTo>
                    <a:pt x="2102167" y="942975"/>
                  </a:lnTo>
                  <a:lnTo>
                    <a:pt x="2102167" y="666750"/>
                  </a:lnTo>
                  <a:close/>
                </a:path>
                <a:path w="7717155" h="1247775">
                  <a:moveTo>
                    <a:pt x="2102167" y="361950"/>
                  </a:moveTo>
                  <a:lnTo>
                    <a:pt x="1554480" y="361950"/>
                  </a:lnTo>
                  <a:lnTo>
                    <a:pt x="1554480" y="638175"/>
                  </a:lnTo>
                  <a:lnTo>
                    <a:pt x="2102167" y="638175"/>
                  </a:lnTo>
                  <a:lnTo>
                    <a:pt x="2102167" y="361950"/>
                  </a:lnTo>
                  <a:close/>
                </a:path>
                <a:path w="7717155" h="1247775">
                  <a:moveTo>
                    <a:pt x="2530475" y="0"/>
                  </a:moveTo>
                  <a:lnTo>
                    <a:pt x="2530475" y="0"/>
                  </a:lnTo>
                  <a:lnTo>
                    <a:pt x="1379601" y="0"/>
                  </a:lnTo>
                  <a:lnTo>
                    <a:pt x="1379601" y="342900"/>
                  </a:lnTo>
                  <a:lnTo>
                    <a:pt x="2530475" y="342900"/>
                  </a:lnTo>
                  <a:lnTo>
                    <a:pt x="2530475" y="0"/>
                  </a:lnTo>
                  <a:close/>
                </a:path>
                <a:path w="7717155" h="1247775">
                  <a:moveTo>
                    <a:pt x="2962592" y="666750"/>
                  </a:moveTo>
                  <a:lnTo>
                    <a:pt x="2962592" y="666750"/>
                  </a:lnTo>
                  <a:lnTo>
                    <a:pt x="2102231" y="666750"/>
                  </a:lnTo>
                  <a:lnTo>
                    <a:pt x="2102231" y="942975"/>
                  </a:lnTo>
                  <a:lnTo>
                    <a:pt x="2962592" y="942975"/>
                  </a:lnTo>
                  <a:lnTo>
                    <a:pt x="2962592" y="666750"/>
                  </a:lnTo>
                  <a:close/>
                </a:path>
                <a:path w="7717155" h="1247775">
                  <a:moveTo>
                    <a:pt x="3216592" y="971550"/>
                  </a:moveTo>
                  <a:lnTo>
                    <a:pt x="3216592" y="971550"/>
                  </a:lnTo>
                  <a:lnTo>
                    <a:pt x="2102231" y="971550"/>
                  </a:lnTo>
                  <a:lnTo>
                    <a:pt x="2102231" y="1247775"/>
                  </a:lnTo>
                  <a:lnTo>
                    <a:pt x="3216592" y="1247775"/>
                  </a:lnTo>
                  <a:lnTo>
                    <a:pt x="3216592" y="971550"/>
                  </a:lnTo>
                  <a:close/>
                </a:path>
                <a:path w="7717155" h="1247775">
                  <a:moveTo>
                    <a:pt x="3819842" y="971550"/>
                  </a:moveTo>
                  <a:lnTo>
                    <a:pt x="3819842" y="971550"/>
                  </a:lnTo>
                  <a:lnTo>
                    <a:pt x="3216656" y="971550"/>
                  </a:lnTo>
                  <a:lnTo>
                    <a:pt x="3216656" y="1247775"/>
                  </a:lnTo>
                  <a:lnTo>
                    <a:pt x="3819842" y="1247775"/>
                  </a:lnTo>
                  <a:lnTo>
                    <a:pt x="3819842" y="971550"/>
                  </a:lnTo>
                  <a:close/>
                </a:path>
                <a:path w="7717155" h="1247775">
                  <a:moveTo>
                    <a:pt x="3969067" y="361950"/>
                  </a:moveTo>
                  <a:lnTo>
                    <a:pt x="3969067" y="361950"/>
                  </a:lnTo>
                  <a:lnTo>
                    <a:pt x="2102231" y="361950"/>
                  </a:lnTo>
                  <a:lnTo>
                    <a:pt x="2102231" y="638175"/>
                  </a:lnTo>
                  <a:lnTo>
                    <a:pt x="3969067" y="638175"/>
                  </a:lnTo>
                  <a:lnTo>
                    <a:pt x="3969067" y="361950"/>
                  </a:lnTo>
                  <a:close/>
                </a:path>
                <a:path w="7717155" h="1247775">
                  <a:moveTo>
                    <a:pt x="4111942" y="666750"/>
                  </a:moveTo>
                  <a:lnTo>
                    <a:pt x="4111942" y="666750"/>
                  </a:lnTo>
                  <a:lnTo>
                    <a:pt x="2962656" y="666750"/>
                  </a:lnTo>
                  <a:lnTo>
                    <a:pt x="2962656" y="942975"/>
                  </a:lnTo>
                  <a:lnTo>
                    <a:pt x="4111942" y="942975"/>
                  </a:lnTo>
                  <a:lnTo>
                    <a:pt x="4111942" y="666750"/>
                  </a:lnTo>
                  <a:close/>
                </a:path>
                <a:path w="7717155" h="1247775">
                  <a:moveTo>
                    <a:pt x="4807267" y="971550"/>
                  </a:moveTo>
                  <a:lnTo>
                    <a:pt x="4807267" y="971550"/>
                  </a:lnTo>
                  <a:lnTo>
                    <a:pt x="3819906" y="971550"/>
                  </a:lnTo>
                  <a:lnTo>
                    <a:pt x="3819906" y="1247775"/>
                  </a:lnTo>
                  <a:lnTo>
                    <a:pt x="4807267" y="1247775"/>
                  </a:lnTo>
                  <a:lnTo>
                    <a:pt x="4807267" y="971550"/>
                  </a:lnTo>
                  <a:close/>
                </a:path>
                <a:path w="7717155" h="1247775">
                  <a:moveTo>
                    <a:pt x="5202555" y="666750"/>
                  </a:moveTo>
                  <a:lnTo>
                    <a:pt x="5202555" y="666750"/>
                  </a:lnTo>
                  <a:lnTo>
                    <a:pt x="4112006" y="666750"/>
                  </a:lnTo>
                  <a:lnTo>
                    <a:pt x="4112006" y="942975"/>
                  </a:lnTo>
                  <a:lnTo>
                    <a:pt x="5202555" y="942975"/>
                  </a:lnTo>
                  <a:lnTo>
                    <a:pt x="5202555" y="666750"/>
                  </a:lnTo>
                  <a:close/>
                </a:path>
                <a:path w="7717155" h="1247775">
                  <a:moveTo>
                    <a:pt x="5835967" y="971550"/>
                  </a:moveTo>
                  <a:lnTo>
                    <a:pt x="5835967" y="971550"/>
                  </a:lnTo>
                  <a:lnTo>
                    <a:pt x="4807331" y="971550"/>
                  </a:lnTo>
                  <a:lnTo>
                    <a:pt x="4807331" y="1247775"/>
                  </a:lnTo>
                  <a:lnTo>
                    <a:pt x="5835967" y="1247775"/>
                  </a:lnTo>
                  <a:lnTo>
                    <a:pt x="5835967" y="971550"/>
                  </a:lnTo>
                  <a:close/>
                </a:path>
                <a:path w="7717155" h="1247775">
                  <a:moveTo>
                    <a:pt x="6343967" y="361950"/>
                  </a:moveTo>
                  <a:lnTo>
                    <a:pt x="6343967" y="361950"/>
                  </a:lnTo>
                  <a:lnTo>
                    <a:pt x="3969131" y="361950"/>
                  </a:lnTo>
                  <a:lnTo>
                    <a:pt x="3969131" y="638175"/>
                  </a:lnTo>
                  <a:lnTo>
                    <a:pt x="6343967" y="638175"/>
                  </a:lnTo>
                  <a:lnTo>
                    <a:pt x="6343967" y="361950"/>
                  </a:lnTo>
                  <a:close/>
                </a:path>
                <a:path w="7717155" h="1247775">
                  <a:moveTo>
                    <a:pt x="7558405" y="971550"/>
                  </a:moveTo>
                  <a:lnTo>
                    <a:pt x="7558405" y="971550"/>
                  </a:lnTo>
                  <a:lnTo>
                    <a:pt x="5836031" y="971550"/>
                  </a:lnTo>
                  <a:lnTo>
                    <a:pt x="5836031" y="1247775"/>
                  </a:lnTo>
                  <a:lnTo>
                    <a:pt x="7558405" y="1247775"/>
                  </a:lnTo>
                  <a:lnTo>
                    <a:pt x="7558405" y="971550"/>
                  </a:lnTo>
                  <a:close/>
                </a:path>
                <a:path w="7717155" h="1247775">
                  <a:moveTo>
                    <a:pt x="7717155" y="361950"/>
                  </a:moveTo>
                  <a:lnTo>
                    <a:pt x="7717155" y="361950"/>
                  </a:lnTo>
                  <a:lnTo>
                    <a:pt x="6344031" y="361950"/>
                  </a:lnTo>
                  <a:lnTo>
                    <a:pt x="6344031" y="638175"/>
                  </a:lnTo>
                  <a:lnTo>
                    <a:pt x="7717155" y="638175"/>
                  </a:lnTo>
                  <a:lnTo>
                    <a:pt x="7717155" y="3619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794494" y="4552949"/>
              <a:ext cx="3157855" cy="276225"/>
            </a:xfrm>
            <a:custGeom>
              <a:avLst/>
              <a:gdLst/>
              <a:ahLst/>
              <a:cxnLst/>
              <a:rect l="l" t="t" r="r" b="b"/>
              <a:pathLst>
                <a:path w="3157854" h="276225">
                  <a:moveTo>
                    <a:pt x="303212" y="0"/>
                  </a:moveTo>
                  <a:lnTo>
                    <a:pt x="63500" y="0"/>
                  </a:lnTo>
                  <a:lnTo>
                    <a:pt x="0" y="0"/>
                  </a:lnTo>
                  <a:lnTo>
                    <a:pt x="0" y="276225"/>
                  </a:lnTo>
                  <a:lnTo>
                    <a:pt x="63500" y="276225"/>
                  </a:lnTo>
                  <a:lnTo>
                    <a:pt x="303212" y="276225"/>
                  </a:lnTo>
                  <a:lnTo>
                    <a:pt x="303212" y="0"/>
                  </a:lnTo>
                  <a:close/>
                </a:path>
                <a:path w="3157854" h="276225">
                  <a:moveTo>
                    <a:pt x="1350962" y="0"/>
                  </a:moveTo>
                  <a:lnTo>
                    <a:pt x="1350962" y="0"/>
                  </a:lnTo>
                  <a:lnTo>
                    <a:pt x="303276" y="0"/>
                  </a:lnTo>
                  <a:lnTo>
                    <a:pt x="303276" y="276225"/>
                  </a:lnTo>
                  <a:lnTo>
                    <a:pt x="1350962" y="276225"/>
                  </a:lnTo>
                  <a:lnTo>
                    <a:pt x="1350962" y="0"/>
                  </a:lnTo>
                  <a:close/>
                </a:path>
                <a:path w="3157854" h="276225">
                  <a:moveTo>
                    <a:pt x="3094037" y="0"/>
                  </a:moveTo>
                  <a:lnTo>
                    <a:pt x="3094037" y="0"/>
                  </a:lnTo>
                  <a:lnTo>
                    <a:pt x="1351026" y="0"/>
                  </a:lnTo>
                  <a:lnTo>
                    <a:pt x="1351026" y="276225"/>
                  </a:lnTo>
                  <a:lnTo>
                    <a:pt x="3094037" y="276225"/>
                  </a:lnTo>
                  <a:lnTo>
                    <a:pt x="3094037" y="0"/>
                  </a:lnTo>
                  <a:close/>
                </a:path>
                <a:path w="3157854" h="276225">
                  <a:moveTo>
                    <a:pt x="3157601" y="0"/>
                  </a:moveTo>
                  <a:lnTo>
                    <a:pt x="3094101" y="0"/>
                  </a:lnTo>
                  <a:lnTo>
                    <a:pt x="3094101" y="276225"/>
                  </a:lnTo>
                  <a:lnTo>
                    <a:pt x="3157601" y="276225"/>
                  </a:lnTo>
                  <a:lnTo>
                    <a:pt x="3157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593085" y="3533838"/>
            <a:ext cx="10379710" cy="1306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8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Hạn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chế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hiện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tại:</a:t>
            </a:r>
            <a:endParaRPr sz="2400">
              <a:latin typeface="Times New Roman"/>
              <a:cs typeface="Times New Roman"/>
            </a:endParaRPr>
          </a:p>
          <a:p>
            <a:pPr marL="1262380">
              <a:lnSpc>
                <a:spcPts val="2400"/>
              </a:lnSpc>
            </a:pPr>
            <a:r>
              <a:rPr dirty="0" sz="2000">
                <a:latin typeface="Times New Roman"/>
                <a:cs typeface="Times New Roman"/>
              </a:rPr>
              <a:t>Chưa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hỗ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trợ resume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sau khi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đóng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 hoặc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mất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phiên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server.</a:t>
            </a:r>
            <a:endParaRPr sz="2000">
              <a:latin typeface="Times New Roman"/>
              <a:cs typeface="Times New Roman"/>
            </a:endParaRPr>
          </a:p>
          <a:p>
            <a:pPr marL="126238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Times New Roman"/>
                <a:cs typeface="Times New Roman"/>
              </a:rPr>
              <a:t>Chưa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có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hàng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đợi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upload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nhiều</a:t>
            </a:r>
            <a:r>
              <a:rPr dirty="0" sz="2000" spc="-10">
                <a:latin typeface="Times New Roman"/>
                <a:cs typeface="Times New Roman"/>
              </a:rPr>
              <a:t> file.</a:t>
            </a:r>
            <a:endParaRPr sz="2000">
              <a:latin typeface="Times New Roman"/>
              <a:cs typeface="Times New Roman"/>
            </a:endParaRPr>
          </a:p>
          <a:p>
            <a:pPr marL="126238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Chức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năng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quản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trị tài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khoản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và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file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còn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ở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mức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xem/thống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kê,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chưa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đầy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đủ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thêm/sửa/xóa.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278126" y="5583301"/>
            <a:ext cx="15198725" cy="1606550"/>
            <a:chOff x="2278126" y="5583301"/>
            <a:chExt cx="15198725" cy="1606550"/>
          </a:xfrm>
        </p:grpSpPr>
        <p:sp>
          <p:nvSpPr>
            <p:cNvPr id="18" name="object 18" descr=""/>
            <p:cNvSpPr/>
            <p:nvPr/>
          </p:nvSpPr>
          <p:spPr>
            <a:xfrm>
              <a:off x="2290826" y="5596001"/>
              <a:ext cx="15173325" cy="1581150"/>
            </a:xfrm>
            <a:custGeom>
              <a:avLst/>
              <a:gdLst/>
              <a:ahLst/>
              <a:cxnLst/>
              <a:rect l="l" t="t" r="r" b="b"/>
              <a:pathLst>
                <a:path w="15173325" h="1581150">
                  <a:moveTo>
                    <a:pt x="15103602" y="0"/>
                  </a:moveTo>
                  <a:lnTo>
                    <a:pt x="69596" y="0"/>
                  </a:lnTo>
                  <a:lnTo>
                    <a:pt x="56006" y="1270"/>
                  </a:lnTo>
                  <a:lnTo>
                    <a:pt x="11684" y="29083"/>
                  </a:lnTo>
                  <a:lnTo>
                    <a:pt x="0" y="65404"/>
                  </a:lnTo>
                  <a:lnTo>
                    <a:pt x="0" y="1515618"/>
                  </a:lnTo>
                  <a:lnTo>
                    <a:pt x="20319" y="1561846"/>
                  </a:lnTo>
                  <a:lnTo>
                    <a:pt x="69596" y="1581023"/>
                  </a:lnTo>
                  <a:lnTo>
                    <a:pt x="15103602" y="1581023"/>
                  </a:lnTo>
                  <a:lnTo>
                    <a:pt x="15152877" y="1561846"/>
                  </a:lnTo>
                  <a:lnTo>
                    <a:pt x="15173197" y="1515618"/>
                  </a:lnTo>
                  <a:lnTo>
                    <a:pt x="15173197" y="65404"/>
                  </a:lnTo>
                  <a:lnTo>
                    <a:pt x="15152877" y="19176"/>
                  </a:lnTo>
                  <a:lnTo>
                    <a:pt x="15103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290826" y="5596001"/>
              <a:ext cx="15173325" cy="1581150"/>
            </a:xfrm>
            <a:custGeom>
              <a:avLst/>
              <a:gdLst/>
              <a:ahLst/>
              <a:cxnLst/>
              <a:rect l="l" t="t" r="r" b="b"/>
              <a:pathLst>
                <a:path w="15173325" h="1581150">
                  <a:moveTo>
                    <a:pt x="15103602" y="0"/>
                  </a:moveTo>
                  <a:lnTo>
                    <a:pt x="69596" y="0"/>
                  </a:lnTo>
                  <a:lnTo>
                    <a:pt x="56006" y="1270"/>
                  </a:lnTo>
                  <a:lnTo>
                    <a:pt x="11684" y="29083"/>
                  </a:lnTo>
                  <a:lnTo>
                    <a:pt x="0" y="65404"/>
                  </a:lnTo>
                  <a:lnTo>
                    <a:pt x="0" y="1515618"/>
                  </a:lnTo>
                  <a:lnTo>
                    <a:pt x="20319" y="1561846"/>
                  </a:lnTo>
                  <a:lnTo>
                    <a:pt x="69596" y="1581023"/>
                  </a:lnTo>
                  <a:lnTo>
                    <a:pt x="15103602" y="1581023"/>
                  </a:lnTo>
                  <a:lnTo>
                    <a:pt x="15152877" y="1561846"/>
                  </a:lnTo>
                  <a:lnTo>
                    <a:pt x="15173197" y="1515618"/>
                  </a:lnTo>
                  <a:lnTo>
                    <a:pt x="15173197" y="65404"/>
                  </a:lnTo>
                  <a:lnTo>
                    <a:pt x="15152877" y="19176"/>
                  </a:lnTo>
                  <a:lnTo>
                    <a:pt x="15103602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288667" y="5731382"/>
              <a:ext cx="15111730" cy="809625"/>
            </a:xfrm>
            <a:custGeom>
              <a:avLst/>
              <a:gdLst/>
              <a:ahLst/>
              <a:cxnLst/>
              <a:rect l="l" t="t" r="r" b="b"/>
              <a:pathLst>
                <a:path w="15111730" h="809625">
                  <a:moveTo>
                    <a:pt x="1214437" y="0"/>
                  </a:moveTo>
                  <a:lnTo>
                    <a:pt x="3048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304800" y="342900"/>
                  </a:lnTo>
                  <a:lnTo>
                    <a:pt x="1214437" y="342900"/>
                  </a:lnTo>
                  <a:lnTo>
                    <a:pt x="1214437" y="0"/>
                  </a:lnTo>
                  <a:close/>
                </a:path>
                <a:path w="15111730" h="809625">
                  <a:moveTo>
                    <a:pt x="1989137" y="533400"/>
                  </a:moveTo>
                  <a:lnTo>
                    <a:pt x="1989137" y="533400"/>
                  </a:lnTo>
                  <a:lnTo>
                    <a:pt x="0" y="533400"/>
                  </a:lnTo>
                  <a:lnTo>
                    <a:pt x="0" y="809625"/>
                  </a:lnTo>
                  <a:lnTo>
                    <a:pt x="1989137" y="809625"/>
                  </a:lnTo>
                  <a:lnTo>
                    <a:pt x="1989137" y="533400"/>
                  </a:lnTo>
                  <a:close/>
                </a:path>
                <a:path w="15111730" h="809625">
                  <a:moveTo>
                    <a:pt x="2687701" y="0"/>
                  </a:moveTo>
                  <a:lnTo>
                    <a:pt x="2687701" y="0"/>
                  </a:lnTo>
                  <a:lnTo>
                    <a:pt x="1214501" y="0"/>
                  </a:lnTo>
                  <a:lnTo>
                    <a:pt x="1214501" y="342900"/>
                  </a:lnTo>
                  <a:lnTo>
                    <a:pt x="2687701" y="342900"/>
                  </a:lnTo>
                  <a:lnTo>
                    <a:pt x="2687701" y="0"/>
                  </a:lnTo>
                  <a:close/>
                </a:path>
                <a:path w="15111730" h="809625">
                  <a:moveTo>
                    <a:pt x="5580062" y="533400"/>
                  </a:moveTo>
                  <a:lnTo>
                    <a:pt x="5580062" y="533400"/>
                  </a:lnTo>
                  <a:lnTo>
                    <a:pt x="1989201" y="533400"/>
                  </a:lnTo>
                  <a:lnTo>
                    <a:pt x="1989201" y="809625"/>
                  </a:lnTo>
                  <a:lnTo>
                    <a:pt x="5580062" y="809625"/>
                  </a:lnTo>
                  <a:lnTo>
                    <a:pt x="5580062" y="533400"/>
                  </a:lnTo>
                  <a:close/>
                </a:path>
                <a:path w="15111730" h="809625">
                  <a:moveTo>
                    <a:pt x="7240587" y="533400"/>
                  </a:moveTo>
                  <a:lnTo>
                    <a:pt x="7240587" y="533400"/>
                  </a:lnTo>
                  <a:lnTo>
                    <a:pt x="5580126" y="533400"/>
                  </a:lnTo>
                  <a:lnTo>
                    <a:pt x="5580126" y="809625"/>
                  </a:lnTo>
                  <a:lnTo>
                    <a:pt x="7240587" y="809625"/>
                  </a:lnTo>
                  <a:lnTo>
                    <a:pt x="7240587" y="533400"/>
                  </a:lnTo>
                  <a:close/>
                </a:path>
                <a:path w="15111730" h="809625">
                  <a:moveTo>
                    <a:pt x="9247187" y="533400"/>
                  </a:moveTo>
                  <a:lnTo>
                    <a:pt x="9247187" y="533400"/>
                  </a:lnTo>
                  <a:lnTo>
                    <a:pt x="7240651" y="533400"/>
                  </a:lnTo>
                  <a:lnTo>
                    <a:pt x="7240651" y="809625"/>
                  </a:lnTo>
                  <a:lnTo>
                    <a:pt x="9247187" y="809625"/>
                  </a:lnTo>
                  <a:lnTo>
                    <a:pt x="9247187" y="533400"/>
                  </a:lnTo>
                  <a:close/>
                </a:path>
                <a:path w="15111730" h="809625">
                  <a:moveTo>
                    <a:pt x="10018712" y="533400"/>
                  </a:moveTo>
                  <a:lnTo>
                    <a:pt x="10018712" y="533400"/>
                  </a:lnTo>
                  <a:lnTo>
                    <a:pt x="9247251" y="533400"/>
                  </a:lnTo>
                  <a:lnTo>
                    <a:pt x="9247251" y="809625"/>
                  </a:lnTo>
                  <a:lnTo>
                    <a:pt x="10018712" y="809625"/>
                  </a:lnTo>
                  <a:lnTo>
                    <a:pt x="10018712" y="533400"/>
                  </a:lnTo>
                  <a:close/>
                </a:path>
                <a:path w="15111730" h="809625">
                  <a:moveTo>
                    <a:pt x="11082338" y="533400"/>
                  </a:moveTo>
                  <a:lnTo>
                    <a:pt x="11082338" y="533400"/>
                  </a:lnTo>
                  <a:lnTo>
                    <a:pt x="10018776" y="533400"/>
                  </a:lnTo>
                  <a:lnTo>
                    <a:pt x="10018776" y="809625"/>
                  </a:lnTo>
                  <a:lnTo>
                    <a:pt x="11082338" y="809625"/>
                  </a:lnTo>
                  <a:lnTo>
                    <a:pt x="11082338" y="533400"/>
                  </a:lnTo>
                  <a:close/>
                </a:path>
                <a:path w="15111730" h="809625">
                  <a:moveTo>
                    <a:pt x="12730163" y="533400"/>
                  </a:moveTo>
                  <a:lnTo>
                    <a:pt x="12490450" y="533400"/>
                  </a:lnTo>
                  <a:lnTo>
                    <a:pt x="12426950" y="533400"/>
                  </a:lnTo>
                  <a:lnTo>
                    <a:pt x="11145901" y="533400"/>
                  </a:lnTo>
                  <a:lnTo>
                    <a:pt x="11082401" y="533400"/>
                  </a:lnTo>
                  <a:lnTo>
                    <a:pt x="11082401" y="809625"/>
                  </a:lnTo>
                  <a:lnTo>
                    <a:pt x="11145901" y="809625"/>
                  </a:lnTo>
                  <a:lnTo>
                    <a:pt x="12426950" y="809625"/>
                  </a:lnTo>
                  <a:lnTo>
                    <a:pt x="12490450" y="809625"/>
                  </a:lnTo>
                  <a:lnTo>
                    <a:pt x="12730163" y="809625"/>
                  </a:lnTo>
                  <a:lnTo>
                    <a:pt x="12730163" y="533400"/>
                  </a:lnTo>
                  <a:close/>
                </a:path>
                <a:path w="15111730" h="809625">
                  <a:moveTo>
                    <a:pt x="14041438" y="533400"/>
                  </a:moveTo>
                  <a:lnTo>
                    <a:pt x="14041438" y="533400"/>
                  </a:lnTo>
                  <a:lnTo>
                    <a:pt x="12730226" y="533400"/>
                  </a:lnTo>
                  <a:lnTo>
                    <a:pt x="12730226" y="809625"/>
                  </a:lnTo>
                  <a:lnTo>
                    <a:pt x="14041438" y="809625"/>
                  </a:lnTo>
                  <a:lnTo>
                    <a:pt x="14041438" y="533400"/>
                  </a:lnTo>
                  <a:close/>
                </a:path>
                <a:path w="15111730" h="809625">
                  <a:moveTo>
                    <a:pt x="15111413" y="533400"/>
                  </a:moveTo>
                  <a:lnTo>
                    <a:pt x="14414564" y="533400"/>
                  </a:lnTo>
                  <a:lnTo>
                    <a:pt x="14105001" y="533400"/>
                  </a:lnTo>
                  <a:lnTo>
                    <a:pt x="14041501" y="533400"/>
                  </a:lnTo>
                  <a:lnTo>
                    <a:pt x="14041501" y="809625"/>
                  </a:lnTo>
                  <a:lnTo>
                    <a:pt x="14105001" y="809625"/>
                  </a:lnTo>
                  <a:lnTo>
                    <a:pt x="14414500" y="809625"/>
                  </a:lnTo>
                  <a:lnTo>
                    <a:pt x="15111413" y="809625"/>
                  </a:lnTo>
                  <a:lnTo>
                    <a:pt x="15111413" y="533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582291" y="5486435"/>
            <a:ext cx="14844394" cy="1068070"/>
          </a:xfrm>
          <a:prstGeom prst="rect">
            <a:avLst/>
          </a:prstGeom>
        </p:spPr>
        <p:txBody>
          <a:bodyPr wrap="square" lIns="0" tIns="212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dirty="0" sz="2400" b="1">
                <a:latin typeface="Times New Roman"/>
                <a:cs typeface="Times New Roman"/>
              </a:rPr>
              <a:t>Hướng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phát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triển:</a:t>
            </a:r>
            <a:endParaRPr sz="2400">
              <a:latin typeface="Times New Roman"/>
              <a:cs typeface="Times New Roman"/>
            </a:endParaRPr>
          </a:p>
          <a:p>
            <a:pPr marL="1231900">
              <a:lnSpc>
                <a:spcPct val="100000"/>
              </a:lnSpc>
              <a:spcBef>
                <a:spcPts val="1350"/>
              </a:spcBef>
            </a:pPr>
            <a:r>
              <a:rPr dirty="0" sz="2000">
                <a:latin typeface="Times New Roman"/>
                <a:cs typeface="Times New Roman"/>
              </a:rPr>
              <a:t>Tích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hợp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SSL/TLS,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upload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queue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nhiều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file,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resume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sau khi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restart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nén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dữ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liệu,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giao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diện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Web/Mobile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và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lưu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trữ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phân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tán/cloud.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858625" y="8134298"/>
            <a:ext cx="751840" cy="409575"/>
            <a:chOff x="11858625" y="8134298"/>
            <a:chExt cx="751840" cy="409575"/>
          </a:xfrm>
        </p:grpSpPr>
        <p:sp>
          <p:nvSpPr>
            <p:cNvPr id="3" name="object 3" descr=""/>
            <p:cNvSpPr/>
            <p:nvPr/>
          </p:nvSpPr>
          <p:spPr>
            <a:xfrm>
              <a:off x="11858625" y="8134298"/>
              <a:ext cx="428625" cy="409575"/>
            </a:xfrm>
            <a:custGeom>
              <a:avLst/>
              <a:gdLst/>
              <a:ahLst/>
              <a:cxnLst/>
              <a:rect l="l" t="t" r="r" b="b"/>
              <a:pathLst>
                <a:path w="428625" h="409575">
                  <a:moveTo>
                    <a:pt x="428625" y="0"/>
                  </a:moveTo>
                  <a:lnTo>
                    <a:pt x="0" y="0"/>
                  </a:lnTo>
                  <a:lnTo>
                    <a:pt x="0" y="408990"/>
                  </a:lnTo>
                  <a:lnTo>
                    <a:pt x="428625" y="408990"/>
                  </a:lnTo>
                  <a:lnTo>
                    <a:pt x="428625" y="0"/>
                  </a:lnTo>
                  <a:close/>
                </a:path>
              </a:pathLst>
            </a:custGeom>
            <a:solidFill>
              <a:srgbClr val="FFB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077700" y="8153399"/>
              <a:ext cx="521334" cy="361950"/>
            </a:xfrm>
            <a:custGeom>
              <a:avLst/>
              <a:gdLst/>
              <a:ahLst/>
              <a:cxnLst/>
              <a:rect l="l" t="t" r="r" b="b"/>
              <a:pathLst>
                <a:path w="521334" h="361950">
                  <a:moveTo>
                    <a:pt x="487045" y="0"/>
                  </a:moveTo>
                  <a:lnTo>
                    <a:pt x="45720" y="0"/>
                  </a:lnTo>
                  <a:lnTo>
                    <a:pt x="27813" y="3682"/>
                  </a:lnTo>
                  <a:lnTo>
                    <a:pt x="13334" y="13335"/>
                  </a:lnTo>
                  <a:lnTo>
                    <a:pt x="3555" y="27686"/>
                  </a:lnTo>
                  <a:lnTo>
                    <a:pt x="0" y="45338"/>
                  </a:lnTo>
                  <a:lnTo>
                    <a:pt x="0" y="316611"/>
                  </a:lnTo>
                  <a:lnTo>
                    <a:pt x="28194" y="358394"/>
                  </a:lnTo>
                  <a:lnTo>
                    <a:pt x="45720" y="361950"/>
                  </a:lnTo>
                  <a:lnTo>
                    <a:pt x="487045" y="361950"/>
                  </a:lnTo>
                  <a:lnTo>
                    <a:pt x="504825" y="358394"/>
                  </a:lnTo>
                  <a:lnTo>
                    <a:pt x="519429" y="348614"/>
                  </a:lnTo>
                  <a:lnTo>
                    <a:pt x="521334" y="345694"/>
                  </a:lnTo>
                  <a:lnTo>
                    <a:pt x="41021" y="345694"/>
                  </a:lnTo>
                  <a:lnTo>
                    <a:pt x="36322" y="344550"/>
                  </a:lnTo>
                  <a:lnTo>
                    <a:pt x="32130" y="342392"/>
                  </a:lnTo>
                  <a:lnTo>
                    <a:pt x="44069" y="330962"/>
                  </a:lnTo>
                  <a:lnTo>
                    <a:pt x="20320" y="330962"/>
                  </a:lnTo>
                  <a:lnTo>
                    <a:pt x="17779" y="326644"/>
                  </a:lnTo>
                  <a:lnTo>
                    <a:pt x="16382" y="321691"/>
                  </a:lnTo>
                  <a:lnTo>
                    <a:pt x="16382" y="40258"/>
                  </a:lnTo>
                  <a:lnTo>
                    <a:pt x="17779" y="35306"/>
                  </a:lnTo>
                  <a:lnTo>
                    <a:pt x="20320" y="30987"/>
                  </a:lnTo>
                  <a:lnTo>
                    <a:pt x="43942" y="30987"/>
                  </a:lnTo>
                  <a:lnTo>
                    <a:pt x="32130" y="19557"/>
                  </a:lnTo>
                  <a:lnTo>
                    <a:pt x="36322" y="17399"/>
                  </a:lnTo>
                  <a:lnTo>
                    <a:pt x="41021" y="16256"/>
                  </a:lnTo>
                  <a:lnTo>
                    <a:pt x="521334" y="16256"/>
                  </a:lnTo>
                  <a:lnTo>
                    <a:pt x="519302" y="13335"/>
                  </a:lnTo>
                  <a:lnTo>
                    <a:pt x="504825" y="3682"/>
                  </a:lnTo>
                  <a:lnTo>
                    <a:pt x="487045" y="0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20726" y="8345677"/>
              <a:ext cx="186817" cy="15341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2098020" y="8169655"/>
              <a:ext cx="512445" cy="314960"/>
            </a:xfrm>
            <a:custGeom>
              <a:avLst/>
              <a:gdLst/>
              <a:ahLst/>
              <a:cxnLst/>
              <a:rect l="l" t="t" r="r" b="b"/>
              <a:pathLst>
                <a:path w="512445" h="314959">
                  <a:moveTo>
                    <a:pt x="512445" y="29083"/>
                  </a:moveTo>
                  <a:lnTo>
                    <a:pt x="509524" y="14732"/>
                  </a:lnTo>
                  <a:lnTo>
                    <a:pt x="508762" y="11430"/>
                  </a:lnTo>
                  <a:lnTo>
                    <a:pt x="501015" y="0"/>
                  </a:lnTo>
                  <a:lnTo>
                    <a:pt x="471551" y="0"/>
                  </a:lnTo>
                  <a:lnTo>
                    <a:pt x="476123" y="1143"/>
                  </a:lnTo>
                  <a:lnTo>
                    <a:pt x="480314" y="3302"/>
                  </a:lnTo>
                  <a:lnTo>
                    <a:pt x="250698" y="221869"/>
                  </a:lnTo>
                  <a:lnTo>
                    <a:pt x="241427" y="221869"/>
                  </a:lnTo>
                  <a:lnTo>
                    <a:pt x="193167" y="176022"/>
                  </a:lnTo>
                  <a:lnTo>
                    <a:pt x="23622" y="14732"/>
                  </a:lnTo>
                  <a:lnTo>
                    <a:pt x="0" y="14732"/>
                  </a:lnTo>
                  <a:lnTo>
                    <a:pt x="157607" y="164719"/>
                  </a:lnTo>
                  <a:lnTo>
                    <a:pt x="0" y="314706"/>
                  </a:lnTo>
                  <a:lnTo>
                    <a:pt x="23749" y="314706"/>
                  </a:lnTo>
                  <a:lnTo>
                    <a:pt x="169545" y="176022"/>
                  </a:lnTo>
                  <a:lnTo>
                    <a:pt x="224155" y="227965"/>
                  </a:lnTo>
                  <a:lnTo>
                    <a:pt x="234442" y="234569"/>
                  </a:lnTo>
                  <a:lnTo>
                    <a:pt x="246126" y="236728"/>
                  </a:lnTo>
                  <a:lnTo>
                    <a:pt x="257683" y="234569"/>
                  </a:lnTo>
                  <a:lnTo>
                    <a:pt x="267970" y="227965"/>
                  </a:lnTo>
                  <a:lnTo>
                    <a:pt x="274447" y="221869"/>
                  </a:lnTo>
                  <a:lnTo>
                    <a:pt x="322707" y="176022"/>
                  </a:lnTo>
                  <a:lnTo>
                    <a:pt x="346329" y="176022"/>
                  </a:lnTo>
                  <a:lnTo>
                    <a:pt x="334518" y="164719"/>
                  </a:lnTo>
                  <a:lnTo>
                    <a:pt x="492125" y="14732"/>
                  </a:lnTo>
                  <a:lnTo>
                    <a:pt x="494792" y="19050"/>
                  </a:lnTo>
                  <a:lnTo>
                    <a:pt x="496062" y="24003"/>
                  </a:lnTo>
                  <a:lnTo>
                    <a:pt x="496062" y="305435"/>
                  </a:lnTo>
                  <a:lnTo>
                    <a:pt x="494665" y="310388"/>
                  </a:lnTo>
                  <a:lnTo>
                    <a:pt x="492125" y="314706"/>
                  </a:lnTo>
                  <a:lnTo>
                    <a:pt x="509524" y="314706"/>
                  </a:lnTo>
                  <a:lnTo>
                    <a:pt x="512445" y="300355"/>
                  </a:lnTo>
                  <a:lnTo>
                    <a:pt x="512445" y="29083"/>
                  </a:lnTo>
                  <a:close/>
                </a:path>
              </a:pathLst>
            </a:custGeom>
            <a:solidFill>
              <a:srgbClr val="171D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1858625" y="8782050"/>
            <a:ext cx="428625" cy="409575"/>
          </a:xfrm>
          <a:custGeom>
            <a:avLst/>
            <a:gdLst/>
            <a:ahLst/>
            <a:cxnLst/>
            <a:rect l="l" t="t" r="r" b="b"/>
            <a:pathLst>
              <a:path w="428625" h="409575">
                <a:moveTo>
                  <a:pt x="428625" y="0"/>
                </a:moveTo>
                <a:lnTo>
                  <a:pt x="0" y="0"/>
                </a:lnTo>
                <a:lnTo>
                  <a:pt x="0" y="408990"/>
                </a:lnTo>
                <a:lnTo>
                  <a:pt x="428625" y="408990"/>
                </a:lnTo>
                <a:lnTo>
                  <a:pt x="428625" y="0"/>
                </a:lnTo>
                <a:close/>
              </a:path>
            </a:pathLst>
          </a:custGeom>
          <a:solidFill>
            <a:srgbClr val="FFB0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2087225" y="8734425"/>
            <a:ext cx="523875" cy="513715"/>
          </a:xfrm>
          <a:custGeom>
            <a:avLst/>
            <a:gdLst/>
            <a:ahLst/>
            <a:cxnLst/>
            <a:rect l="l" t="t" r="r" b="b"/>
            <a:pathLst>
              <a:path w="523875" h="513715">
                <a:moveTo>
                  <a:pt x="523494" y="204724"/>
                </a:moveTo>
                <a:lnTo>
                  <a:pt x="520954" y="188341"/>
                </a:lnTo>
                <a:lnTo>
                  <a:pt x="516509" y="181102"/>
                </a:lnTo>
                <a:lnTo>
                  <a:pt x="509778" y="176276"/>
                </a:lnTo>
                <a:lnTo>
                  <a:pt x="505206" y="172834"/>
                </a:lnTo>
                <a:lnTo>
                  <a:pt x="505206" y="202565"/>
                </a:lnTo>
                <a:lnTo>
                  <a:pt x="504317" y="206375"/>
                </a:lnTo>
                <a:lnTo>
                  <a:pt x="502158" y="209423"/>
                </a:lnTo>
                <a:lnTo>
                  <a:pt x="502158" y="209677"/>
                </a:lnTo>
                <a:lnTo>
                  <a:pt x="497332" y="215519"/>
                </a:lnTo>
                <a:lnTo>
                  <a:pt x="488823" y="216789"/>
                </a:lnTo>
                <a:lnTo>
                  <a:pt x="453263" y="190284"/>
                </a:lnTo>
                <a:lnTo>
                  <a:pt x="453263" y="212090"/>
                </a:lnTo>
                <a:lnTo>
                  <a:pt x="453263" y="495935"/>
                </a:lnTo>
                <a:lnTo>
                  <a:pt x="351790" y="495935"/>
                </a:lnTo>
                <a:lnTo>
                  <a:pt x="351790" y="250063"/>
                </a:lnTo>
                <a:lnTo>
                  <a:pt x="349504" y="239014"/>
                </a:lnTo>
                <a:lnTo>
                  <a:pt x="343408" y="230124"/>
                </a:lnTo>
                <a:lnTo>
                  <a:pt x="334391" y="224028"/>
                </a:lnTo>
                <a:lnTo>
                  <a:pt x="334391" y="243967"/>
                </a:lnTo>
                <a:lnTo>
                  <a:pt x="334391" y="495935"/>
                </a:lnTo>
                <a:lnTo>
                  <a:pt x="187833" y="495935"/>
                </a:lnTo>
                <a:lnTo>
                  <a:pt x="187833" y="243967"/>
                </a:lnTo>
                <a:lnTo>
                  <a:pt x="192659" y="239014"/>
                </a:lnTo>
                <a:lnTo>
                  <a:pt x="329565" y="239014"/>
                </a:lnTo>
                <a:lnTo>
                  <a:pt x="334391" y="243967"/>
                </a:lnTo>
                <a:lnTo>
                  <a:pt x="334391" y="224028"/>
                </a:lnTo>
                <a:lnTo>
                  <a:pt x="323342" y="221742"/>
                </a:lnTo>
                <a:lnTo>
                  <a:pt x="198882" y="221742"/>
                </a:lnTo>
                <a:lnTo>
                  <a:pt x="187833" y="224028"/>
                </a:lnTo>
                <a:lnTo>
                  <a:pt x="178816" y="230124"/>
                </a:lnTo>
                <a:lnTo>
                  <a:pt x="172720" y="239014"/>
                </a:lnTo>
                <a:lnTo>
                  <a:pt x="170434" y="250063"/>
                </a:lnTo>
                <a:lnTo>
                  <a:pt x="170434" y="495935"/>
                </a:lnTo>
                <a:lnTo>
                  <a:pt x="69088" y="495935"/>
                </a:lnTo>
                <a:lnTo>
                  <a:pt x="69088" y="224282"/>
                </a:lnTo>
                <a:lnTo>
                  <a:pt x="69088" y="224155"/>
                </a:lnTo>
                <a:lnTo>
                  <a:pt x="69088" y="215265"/>
                </a:lnTo>
                <a:lnTo>
                  <a:pt x="69088" y="212090"/>
                </a:lnTo>
                <a:lnTo>
                  <a:pt x="261112" y="68707"/>
                </a:lnTo>
                <a:lnTo>
                  <a:pt x="453263" y="212090"/>
                </a:lnTo>
                <a:lnTo>
                  <a:pt x="453263" y="190284"/>
                </a:lnTo>
                <a:lnTo>
                  <a:pt x="290195" y="68707"/>
                </a:lnTo>
                <a:lnTo>
                  <a:pt x="263398" y="48768"/>
                </a:lnTo>
                <a:lnTo>
                  <a:pt x="259207" y="48768"/>
                </a:lnTo>
                <a:lnTo>
                  <a:pt x="36703" y="214249"/>
                </a:lnTo>
                <a:lnTo>
                  <a:pt x="33020" y="215265"/>
                </a:lnTo>
                <a:lnTo>
                  <a:pt x="17399" y="202565"/>
                </a:lnTo>
                <a:lnTo>
                  <a:pt x="18542" y="195453"/>
                </a:lnTo>
                <a:lnTo>
                  <a:pt x="20447" y="192151"/>
                </a:lnTo>
                <a:lnTo>
                  <a:pt x="252603" y="18669"/>
                </a:lnTo>
                <a:lnTo>
                  <a:pt x="256667" y="17272"/>
                </a:lnTo>
                <a:lnTo>
                  <a:pt x="265430" y="17272"/>
                </a:lnTo>
                <a:lnTo>
                  <a:pt x="269748" y="18669"/>
                </a:lnTo>
                <a:lnTo>
                  <a:pt x="497205" y="188341"/>
                </a:lnTo>
                <a:lnTo>
                  <a:pt x="505206" y="202565"/>
                </a:lnTo>
                <a:lnTo>
                  <a:pt x="505206" y="172834"/>
                </a:lnTo>
                <a:lnTo>
                  <a:pt x="441198" y="124587"/>
                </a:lnTo>
                <a:lnTo>
                  <a:pt x="441198" y="111633"/>
                </a:lnTo>
                <a:lnTo>
                  <a:pt x="441198" y="33528"/>
                </a:lnTo>
                <a:lnTo>
                  <a:pt x="441198" y="19939"/>
                </a:lnTo>
                <a:lnTo>
                  <a:pt x="437261" y="15875"/>
                </a:lnTo>
                <a:lnTo>
                  <a:pt x="423291" y="15875"/>
                </a:lnTo>
                <a:lnTo>
                  <a:pt x="423291" y="33528"/>
                </a:lnTo>
                <a:lnTo>
                  <a:pt x="423291" y="111633"/>
                </a:lnTo>
                <a:lnTo>
                  <a:pt x="370967" y="72644"/>
                </a:lnTo>
                <a:lnTo>
                  <a:pt x="370967" y="59690"/>
                </a:lnTo>
                <a:lnTo>
                  <a:pt x="371094" y="33528"/>
                </a:lnTo>
                <a:lnTo>
                  <a:pt x="423291" y="33528"/>
                </a:lnTo>
                <a:lnTo>
                  <a:pt x="423291" y="15875"/>
                </a:lnTo>
                <a:lnTo>
                  <a:pt x="357378" y="15875"/>
                </a:lnTo>
                <a:lnTo>
                  <a:pt x="353314" y="19939"/>
                </a:lnTo>
                <a:lnTo>
                  <a:pt x="353314" y="59690"/>
                </a:lnTo>
                <a:lnTo>
                  <a:pt x="296799" y="17272"/>
                </a:lnTo>
                <a:lnTo>
                  <a:pt x="283718" y="7366"/>
                </a:lnTo>
                <a:lnTo>
                  <a:pt x="272923" y="1905"/>
                </a:lnTo>
                <a:lnTo>
                  <a:pt x="261112" y="0"/>
                </a:lnTo>
                <a:lnTo>
                  <a:pt x="249428" y="1905"/>
                </a:lnTo>
                <a:lnTo>
                  <a:pt x="238633" y="7366"/>
                </a:lnTo>
                <a:lnTo>
                  <a:pt x="12573" y="176276"/>
                </a:lnTo>
                <a:lnTo>
                  <a:pt x="5842" y="181102"/>
                </a:lnTo>
                <a:lnTo>
                  <a:pt x="1270" y="188341"/>
                </a:lnTo>
                <a:lnTo>
                  <a:pt x="0" y="196596"/>
                </a:lnTo>
                <a:lnTo>
                  <a:pt x="635" y="208915"/>
                </a:lnTo>
                <a:lnTo>
                  <a:pt x="5969" y="219583"/>
                </a:lnTo>
                <a:lnTo>
                  <a:pt x="14732" y="227584"/>
                </a:lnTo>
                <a:lnTo>
                  <a:pt x="26543" y="231775"/>
                </a:lnTo>
                <a:lnTo>
                  <a:pt x="38227" y="231775"/>
                </a:lnTo>
                <a:lnTo>
                  <a:pt x="44831" y="229616"/>
                </a:lnTo>
                <a:lnTo>
                  <a:pt x="51816" y="224282"/>
                </a:lnTo>
                <a:lnTo>
                  <a:pt x="51816" y="495935"/>
                </a:lnTo>
                <a:lnTo>
                  <a:pt x="51816" y="509905"/>
                </a:lnTo>
                <a:lnTo>
                  <a:pt x="53530" y="509905"/>
                </a:lnTo>
                <a:lnTo>
                  <a:pt x="53530" y="513715"/>
                </a:lnTo>
                <a:lnTo>
                  <a:pt x="469188" y="513715"/>
                </a:lnTo>
                <a:lnTo>
                  <a:pt x="469188" y="509905"/>
                </a:lnTo>
                <a:lnTo>
                  <a:pt x="470916" y="509905"/>
                </a:lnTo>
                <a:lnTo>
                  <a:pt x="470916" y="496417"/>
                </a:lnTo>
                <a:lnTo>
                  <a:pt x="470916" y="495935"/>
                </a:lnTo>
                <a:lnTo>
                  <a:pt x="470916" y="224663"/>
                </a:lnTo>
                <a:lnTo>
                  <a:pt x="478028" y="230124"/>
                </a:lnTo>
                <a:lnTo>
                  <a:pt x="478282" y="230124"/>
                </a:lnTo>
                <a:lnTo>
                  <a:pt x="484505" y="232156"/>
                </a:lnTo>
                <a:lnTo>
                  <a:pt x="491236" y="232156"/>
                </a:lnTo>
                <a:lnTo>
                  <a:pt x="498475" y="231267"/>
                </a:lnTo>
                <a:lnTo>
                  <a:pt x="505206" y="228727"/>
                </a:lnTo>
                <a:lnTo>
                  <a:pt x="511302" y="224917"/>
                </a:lnTo>
                <a:lnTo>
                  <a:pt x="511429" y="224663"/>
                </a:lnTo>
                <a:lnTo>
                  <a:pt x="516382" y="219583"/>
                </a:lnTo>
                <a:lnTo>
                  <a:pt x="518541" y="216789"/>
                </a:lnTo>
                <a:lnTo>
                  <a:pt x="521335" y="212979"/>
                </a:lnTo>
                <a:lnTo>
                  <a:pt x="523494" y="204724"/>
                </a:lnTo>
                <a:close/>
              </a:path>
            </a:pathLst>
          </a:custGeom>
          <a:solidFill>
            <a:srgbClr val="171D2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0" y="1543050"/>
            <a:ext cx="5210175" cy="6581775"/>
            <a:chOff x="0" y="1543050"/>
            <a:chExt cx="5210175" cy="6581775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562100"/>
              <a:ext cx="5029199" cy="656272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5150" y="1543050"/>
              <a:ext cx="1123950" cy="94297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19549" y="1543050"/>
              <a:ext cx="1190625" cy="942975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57800" y="1543050"/>
            <a:ext cx="7543800" cy="942975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660521" y="1511681"/>
            <a:ext cx="9212580" cy="8724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51255" algn="l"/>
                <a:tab pos="2923540" algn="l"/>
                <a:tab pos="6727825" algn="l"/>
                <a:tab pos="8851265" algn="l"/>
              </a:tabLst>
            </a:pPr>
            <a:r>
              <a:rPr dirty="0" sz="5550" spc="-50"/>
              <a:t>ả</a:t>
            </a:r>
            <a:r>
              <a:rPr dirty="0" sz="5550"/>
              <a:t>	</a:t>
            </a:r>
            <a:r>
              <a:rPr dirty="0" sz="5550" spc="-50"/>
              <a:t>ơ</a:t>
            </a:r>
            <a:r>
              <a:rPr dirty="0" sz="5550"/>
              <a:t>	</a:t>
            </a:r>
            <a:r>
              <a:rPr dirty="0" sz="5550" spc="-50"/>
              <a:t>ầ</a:t>
            </a:r>
            <a:r>
              <a:rPr dirty="0" sz="5550"/>
              <a:t>	</a:t>
            </a:r>
            <a:r>
              <a:rPr dirty="0" sz="5550" spc="-50"/>
              <a:t>ạ</a:t>
            </a:r>
            <a:r>
              <a:rPr dirty="0" sz="5550"/>
              <a:t>	</a:t>
            </a:r>
            <a:r>
              <a:rPr dirty="0" sz="5550" spc="-50"/>
              <a:t>ắ</a:t>
            </a:r>
            <a:endParaRPr sz="5550"/>
          </a:p>
        </p:txBody>
      </p:sp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49225" y="1543050"/>
            <a:ext cx="3228975" cy="94297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15875" y="8162925"/>
            <a:ext cx="1400175" cy="40005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715875" y="8820150"/>
            <a:ext cx="952500" cy="400050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3507338" y="8794115"/>
            <a:ext cx="196850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50">
                <a:solidFill>
                  <a:srgbClr val="171D2B"/>
                </a:solidFill>
                <a:latin typeface="Calibri"/>
                <a:cs typeface="Calibri"/>
              </a:rPr>
              <a:t>ồ</a:t>
            </a:r>
            <a:endParaRPr sz="255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763625" y="8820150"/>
            <a:ext cx="3848100" cy="400050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2238375" y="3400425"/>
            <a:ext cx="14173200" cy="3190875"/>
          </a:xfrm>
          <a:custGeom>
            <a:avLst/>
            <a:gdLst/>
            <a:ahLst/>
            <a:cxnLst/>
            <a:rect l="l" t="t" r="r" b="b"/>
            <a:pathLst>
              <a:path w="14173200" h="3190875">
                <a:moveTo>
                  <a:pt x="14113129" y="0"/>
                </a:moveTo>
                <a:lnTo>
                  <a:pt x="60070" y="0"/>
                </a:lnTo>
                <a:lnTo>
                  <a:pt x="36702" y="4064"/>
                </a:lnTo>
                <a:lnTo>
                  <a:pt x="17652" y="14985"/>
                </a:lnTo>
                <a:lnTo>
                  <a:pt x="4699" y="31242"/>
                </a:lnTo>
                <a:lnTo>
                  <a:pt x="0" y="51180"/>
                </a:lnTo>
                <a:lnTo>
                  <a:pt x="0" y="3139694"/>
                </a:lnTo>
                <a:lnTo>
                  <a:pt x="4699" y="3159633"/>
                </a:lnTo>
                <a:lnTo>
                  <a:pt x="17652" y="3175889"/>
                </a:lnTo>
                <a:lnTo>
                  <a:pt x="36702" y="3186811"/>
                </a:lnTo>
                <a:lnTo>
                  <a:pt x="60070" y="3190875"/>
                </a:lnTo>
                <a:lnTo>
                  <a:pt x="14113129" y="3190875"/>
                </a:lnTo>
                <a:lnTo>
                  <a:pt x="14136496" y="3186811"/>
                </a:lnTo>
                <a:lnTo>
                  <a:pt x="14155546" y="3175889"/>
                </a:lnTo>
                <a:lnTo>
                  <a:pt x="14168501" y="3159633"/>
                </a:lnTo>
                <a:lnTo>
                  <a:pt x="14173200" y="3139694"/>
                </a:lnTo>
                <a:lnTo>
                  <a:pt x="14173200" y="51180"/>
                </a:lnTo>
                <a:lnTo>
                  <a:pt x="14168501" y="31242"/>
                </a:lnTo>
                <a:lnTo>
                  <a:pt x="14155546" y="14985"/>
                </a:lnTo>
                <a:lnTo>
                  <a:pt x="14136496" y="4064"/>
                </a:lnTo>
                <a:lnTo>
                  <a:pt x="14113129" y="0"/>
                </a:lnTo>
                <a:close/>
              </a:path>
            </a:pathLst>
          </a:custGeom>
          <a:solidFill>
            <a:srgbClr val="FFFF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2238375" y="3400425"/>
            <a:ext cx="14173200" cy="3190875"/>
          </a:xfrm>
          <a:prstGeom prst="rect">
            <a:avLst/>
          </a:prstGeom>
          <a:ln w="23774">
            <a:solidFill>
              <a:srgbClr val="171D2B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algn="ctr" marL="2148840" marR="2474595" indent="19685">
              <a:lnSpc>
                <a:spcPts val="5330"/>
              </a:lnSpc>
              <a:spcBef>
                <a:spcPts val="200"/>
              </a:spcBef>
            </a:pPr>
            <a:r>
              <a:rPr dirty="0" sz="3800" spc="165">
                <a:solidFill>
                  <a:srgbClr val="171D2B"/>
                </a:solidFill>
                <a:latin typeface="Times New Roman"/>
                <a:cs typeface="Times New Roman"/>
              </a:rPr>
              <a:t>Nhóm</a:t>
            </a:r>
            <a:r>
              <a:rPr dirty="0" sz="3800" spc="254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8</a:t>
            </a:r>
            <a:r>
              <a:rPr dirty="0" sz="3800" spc="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70">
                <a:solidFill>
                  <a:srgbClr val="171D2B"/>
                </a:solidFill>
                <a:latin typeface="Times New Roman"/>
                <a:cs typeface="Times New Roman"/>
              </a:rPr>
              <a:t>nghiên</a:t>
            </a:r>
            <a:r>
              <a:rPr dirty="0" sz="3800" spc="1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c</a:t>
            </a:r>
            <a:r>
              <a:rPr dirty="0" sz="3800">
                <a:solidFill>
                  <a:srgbClr val="171D2B"/>
                </a:solidFill>
                <a:latin typeface="Cambria"/>
                <a:cs typeface="Cambria"/>
              </a:rPr>
              <a:t>ứ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u</a:t>
            </a:r>
            <a:r>
              <a:rPr dirty="0" sz="3800" spc="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-</a:t>
            </a:r>
            <a:r>
              <a:rPr dirty="0" sz="3800" spc="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170">
                <a:solidFill>
                  <a:srgbClr val="171D2B"/>
                </a:solidFill>
                <a:latin typeface="Times New Roman"/>
                <a:cs typeface="Times New Roman"/>
              </a:rPr>
              <a:t>Môn</a:t>
            </a:r>
            <a:r>
              <a:rPr dirty="0" sz="3800" spc="2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90">
                <a:solidFill>
                  <a:srgbClr val="171D2B"/>
                </a:solidFill>
                <a:latin typeface="Times New Roman"/>
                <a:cs typeface="Times New Roman"/>
              </a:rPr>
              <a:t>L</a:t>
            </a:r>
            <a:r>
              <a:rPr dirty="0" sz="3800" spc="90">
                <a:solidFill>
                  <a:srgbClr val="171D2B"/>
                </a:solidFill>
                <a:latin typeface="Cambria"/>
                <a:cs typeface="Cambria"/>
              </a:rPr>
              <a:t>ậ</a:t>
            </a:r>
            <a:r>
              <a:rPr dirty="0" sz="3800" spc="90">
                <a:solidFill>
                  <a:srgbClr val="171D2B"/>
                </a:solidFill>
                <a:latin typeface="Times New Roman"/>
                <a:cs typeface="Times New Roman"/>
              </a:rPr>
              <a:t>p</a:t>
            </a:r>
            <a:r>
              <a:rPr dirty="0" sz="3800" spc="18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120">
                <a:solidFill>
                  <a:srgbClr val="171D2B"/>
                </a:solidFill>
                <a:latin typeface="Times New Roman"/>
                <a:cs typeface="Times New Roman"/>
              </a:rPr>
              <a:t>trình</a:t>
            </a:r>
            <a:r>
              <a:rPr dirty="0" sz="3800" spc="20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-20">
                <a:solidFill>
                  <a:srgbClr val="171D2B"/>
                </a:solidFill>
                <a:latin typeface="Times New Roman"/>
                <a:cs typeface="Times New Roman"/>
              </a:rPr>
              <a:t>m</a:t>
            </a:r>
            <a:r>
              <a:rPr dirty="0" sz="3800" spc="-20">
                <a:solidFill>
                  <a:srgbClr val="171D2B"/>
                </a:solidFill>
                <a:latin typeface="Cambria"/>
                <a:cs typeface="Cambria"/>
              </a:rPr>
              <a:t>ạ</a:t>
            </a:r>
            <a:r>
              <a:rPr dirty="0" sz="3800" spc="-20">
                <a:solidFill>
                  <a:srgbClr val="171D2B"/>
                </a:solidFill>
                <a:latin typeface="Times New Roman"/>
                <a:cs typeface="Times New Roman"/>
              </a:rPr>
              <a:t>ng </a:t>
            </a:r>
            <a:r>
              <a:rPr dirty="0" sz="3800" spc="70">
                <a:solidFill>
                  <a:srgbClr val="171D2B"/>
                </a:solidFill>
                <a:latin typeface="Times New Roman"/>
                <a:cs typeface="Times New Roman"/>
              </a:rPr>
              <a:t>Tr</a:t>
            </a:r>
            <a:r>
              <a:rPr dirty="0" sz="3800" spc="70">
                <a:solidFill>
                  <a:srgbClr val="171D2B"/>
                </a:solidFill>
                <a:latin typeface="Cambria"/>
                <a:cs typeface="Cambria"/>
              </a:rPr>
              <a:t>ườ</a:t>
            </a:r>
            <a:r>
              <a:rPr dirty="0" sz="3800" spc="70">
                <a:solidFill>
                  <a:srgbClr val="171D2B"/>
                </a:solidFill>
                <a:latin typeface="Times New Roman"/>
                <a:cs typeface="Times New Roman"/>
              </a:rPr>
              <a:t>ng</a:t>
            </a:r>
            <a:r>
              <a:rPr dirty="0" sz="3800" spc="1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80">
                <a:solidFill>
                  <a:srgbClr val="171D2B"/>
                </a:solidFill>
                <a:latin typeface="Times New Roman"/>
                <a:cs typeface="Times New Roman"/>
              </a:rPr>
              <a:t>Đ</a:t>
            </a:r>
            <a:r>
              <a:rPr dirty="0" sz="3800" spc="80">
                <a:solidFill>
                  <a:srgbClr val="171D2B"/>
                </a:solidFill>
                <a:latin typeface="Cambria"/>
                <a:cs typeface="Cambria"/>
              </a:rPr>
              <a:t>ạ</a:t>
            </a:r>
            <a:r>
              <a:rPr dirty="0" sz="3800" spc="80">
                <a:solidFill>
                  <a:srgbClr val="171D2B"/>
                </a:solidFill>
                <a:latin typeface="Times New Roman"/>
                <a:cs typeface="Times New Roman"/>
              </a:rPr>
              <a:t>i</a:t>
            </a:r>
            <a:r>
              <a:rPr dirty="0" sz="3800" spc="20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h</a:t>
            </a:r>
            <a:r>
              <a:rPr dirty="0" sz="3800">
                <a:solidFill>
                  <a:srgbClr val="171D2B"/>
                </a:solidFill>
                <a:latin typeface="Cambria"/>
                <a:cs typeface="Cambria"/>
              </a:rPr>
              <a:t>ọ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c</a:t>
            </a:r>
            <a:r>
              <a:rPr dirty="0" sz="3800" spc="1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135">
                <a:solidFill>
                  <a:srgbClr val="171D2B"/>
                </a:solidFill>
                <a:latin typeface="Times New Roman"/>
                <a:cs typeface="Times New Roman"/>
              </a:rPr>
              <a:t>Giao</a:t>
            </a:r>
            <a:r>
              <a:rPr dirty="0" sz="3800" spc="2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120">
                <a:solidFill>
                  <a:srgbClr val="171D2B"/>
                </a:solidFill>
                <a:latin typeface="Times New Roman"/>
                <a:cs typeface="Times New Roman"/>
              </a:rPr>
              <a:t>thông</a:t>
            </a:r>
            <a:r>
              <a:rPr dirty="0" sz="3800" spc="27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V</a:t>
            </a:r>
            <a:r>
              <a:rPr dirty="0" sz="3800">
                <a:solidFill>
                  <a:srgbClr val="171D2B"/>
                </a:solidFill>
                <a:latin typeface="Cambria"/>
                <a:cs typeface="Cambria"/>
              </a:rPr>
              <a:t>ậ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n</a:t>
            </a:r>
            <a:r>
              <a:rPr dirty="0" sz="3800" spc="1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t</a:t>
            </a:r>
            <a:r>
              <a:rPr dirty="0" sz="3800">
                <a:solidFill>
                  <a:srgbClr val="171D2B"/>
                </a:solidFill>
                <a:latin typeface="Cambria"/>
                <a:cs typeface="Cambria"/>
              </a:rPr>
              <a:t>ả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i</a:t>
            </a:r>
            <a:r>
              <a:rPr dirty="0" sz="3800" spc="1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170">
                <a:solidFill>
                  <a:srgbClr val="171D2B"/>
                </a:solidFill>
                <a:latin typeface="Times New Roman"/>
                <a:cs typeface="Times New Roman"/>
              </a:rPr>
              <a:t>TP.HCM</a:t>
            </a:r>
            <a:endParaRPr sz="3800">
              <a:latin typeface="Times New Roman"/>
              <a:cs typeface="Times New Roman"/>
            </a:endParaRPr>
          </a:p>
          <a:p>
            <a:pPr algn="ctr" marL="184150" marR="488315">
              <a:lnSpc>
                <a:spcPct val="116900"/>
              </a:lnSpc>
              <a:spcBef>
                <a:spcPts val="145"/>
              </a:spcBef>
            </a:pPr>
            <a:r>
              <a:rPr dirty="0" sz="3800" spc="120">
                <a:solidFill>
                  <a:srgbClr val="171D2B"/>
                </a:solidFill>
                <a:latin typeface="Times New Roman"/>
                <a:cs typeface="Times New Roman"/>
              </a:rPr>
              <a:t>Chúng</a:t>
            </a:r>
            <a:r>
              <a:rPr dirty="0" sz="3800" spc="19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50">
                <a:solidFill>
                  <a:srgbClr val="171D2B"/>
                </a:solidFill>
                <a:latin typeface="Times New Roman"/>
                <a:cs typeface="Times New Roman"/>
              </a:rPr>
              <a:t>em</a:t>
            </a:r>
            <a:r>
              <a:rPr dirty="0" sz="3800" spc="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xin</a:t>
            </a:r>
            <a:r>
              <a:rPr dirty="0" sz="3800" spc="12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130">
                <a:solidFill>
                  <a:srgbClr val="171D2B"/>
                </a:solidFill>
                <a:latin typeface="Times New Roman"/>
                <a:cs typeface="Times New Roman"/>
              </a:rPr>
              <a:t>trân</a:t>
            </a:r>
            <a:r>
              <a:rPr dirty="0" sz="3800" spc="33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85">
                <a:solidFill>
                  <a:srgbClr val="171D2B"/>
                </a:solidFill>
                <a:latin typeface="Times New Roman"/>
                <a:cs typeface="Times New Roman"/>
              </a:rPr>
              <a:t>tr</a:t>
            </a:r>
            <a:r>
              <a:rPr dirty="0" sz="3800" spc="85">
                <a:solidFill>
                  <a:srgbClr val="171D2B"/>
                </a:solidFill>
                <a:latin typeface="Cambria"/>
                <a:cs typeface="Cambria"/>
              </a:rPr>
              <a:t>ọ</a:t>
            </a:r>
            <a:r>
              <a:rPr dirty="0" sz="3800" spc="85">
                <a:solidFill>
                  <a:srgbClr val="171D2B"/>
                </a:solidFill>
                <a:latin typeface="Times New Roman"/>
                <a:cs typeface="Times New Roman"/>
              </a:rPr>
              <a:t>ng</a:t>
            </a:r>
            <a:r>
              <a:rPr dirty="0" sz="3800" spc="1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l</a:t>
            </a:r>
            <a:r>
              <a:rPr dirty="0" sz="3800">
                <a:solidFill>
                  <a:srgbClr val="171D2B"/>
                </a:solidFill>
                <a:latin typeface="Cambria"/>
                <a:cs typeface="Cambria"/>
              </a:rPr>
              <a:t>ắ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ng</a:t>
            </a:r>
            <a:r>
              <a:rPr dirty="0" sz="3800" spc="8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60">
                <a:solidFill>
                  <a:srgbClr val="171D2B"/>
                </a:solidFill>
                <a:latin typeface="Times New Roman"/>
                <a:cs typeface="Times New Roman"/>
              </a:rPr>
              <a:t>nghe</a:t>
            </a:r>
            <a:r>
              <a:rPr dirty="0" sz="3800" spc="1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ý</a:t>
            </a:r>
            <a:r>
              <a:rPr dirty="0" sz="3800" spc="5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55">
                <a:solidFill>
                  <a:srgbClr val="171D2B"/>
                </a:solidFill>
                <a:latin typeface="Times New Roman"/>
                <a:cs typeface="Times New Roman"/>
              </a:rPr>
              <a:t>ki</a:t>
            </a:r>
            <a:r>
              <a:rPr dirty="0" sz="3800" spc="55">
                <a:solidFill>
                  <a:srgbClr val="171D2B"/>
                </a:solidFill>
                <a:latin typeface="Cambria"/>
                <a:cs typeface="Cambria"/>
              </a:rPr>
              <a:t>ế</a:t>
            </a:r>
            <a:r>
              <a:rPr dirty="0" sz="3800" spc="55">
                <a:solidFill>
                  <a:srgbClr val="171D2B"/>
                </a:solidFill>
                <a:latin typeface="Times New Roman"/>
                <a:cs typeface="Times New Roman"/>
              </a:rPr>
              <a:t>n</a:t>
            </a:r>
            <a:r>
              <a:rPr dirty="0" sz="3800" spc="1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95">
                <a:solidFill>
                  <a:srgbClr val="171D2B"/>
                </a:solidFill>
                <a:latin typeface="Times New Roman"/>
                <a:cs typeface="Times New Roman"/>
              </a:rPr>
              <a:t>đóng</a:t>
            </a:r>
            <a:r>
              <a:rPr dirty="0" sz="3800" spc="2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95">
                <a:solidFill>
                  <a:srgbClr val="171D2B"/>
                </a:solidFill>
                <a:latin typeface="Times New Roman"/>
                <a:cs typeface="Times New Roman"/>
              </a:rPr>
              <a:t>góp</a:t>
            </a:r>
            <a:r>
              <a:rPr dirty="0" sz="3800" spc="1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55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3800" spc="13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85">
                <a:solidFill>
                  <a:srgbClr val="171D2B"/>
                </a:solidFill>
                <a:latin typeface="Times New Roman"/>
                <a:cs typeface="Times New Roman"/>
              </a:rPr>
              <a:t>câu</a:t>
            </a:r>
            <a:r>
              <a:rPr dirty="0" sz="3800" spc="16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h</a:t>
            </a:r>
            <a:r>
              <a:rPr dirty="0" sz="3800">
                <a:solidFill>
                  <a:srgbClr val="171D2B"/>
                </a:solidFill>
                <a:latin typeface="Cambria"/>
                <a:cs typeface="Cambria"/>
              </a:rPr>
              <a:t>ỏ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i</a:t>
            </a:r>
            <a:r>
              <a:rPr dirty="0" sz="3800" spc="10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-25">
                <a:solidFill>
                  <a:srgbClr val="171D2B"/>
                </a:solidFill>
                <a:latin typeface="Times New Roman"/>
                <a:cs typeface="Times New Roman"/>
              </a:rPr>
              <a:t>t</a:t>
            </a:r>
            <a:r>
              <a:rPr dirty="0" sz="3800" spc="-25">
                <a:solidFill>
                  <a:srgbClr val="171D2B"/>
                </a:solidFill>
                <a:latin typeface="Cambria"/>
                <a:cs typeface="Cambria"/>
              </a:rPr>
              <a:t>ừ </a:t>
            </a:r>
            <a:r>
              <a:rPr dirty="0" sz="3800" spc="95">
                <a:solidFill>
                  <a:srgbClr val="171D2B"/>
                </a:solidFill>
                <a:latin typeface="Times New Roman"/>
                <a:cs typeface="Times New Roman"/>
              </a:rPr>
              <a:t>quý</a:t>
            </a:r>
            <a:r>
              <a:rPr dirty="0" sz="3800" spc="14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70">
                <a:solidFill>
                  <a:srgbClr val="171D2B"/>
                </a:solidFill>
                <a:latin typeface="Times New Roman"/>
                <a:cs typeface="Times New Roman"/>
              </a:rPr>
              <a:t>th</a:t>
            </a:r>
            <a:r>
              <a:rPr dirty="0" sz="3800" spc="70">
                <a:solidFill>
                  <a:srgbClr val="171D2B"/>
                </a:solidFill>
                <a:latin typeface="Cambria"/>
                <a:cs typeface="Cambria"/>
              </a:rPr>
              <a:t>ầ</a:t>
            </a:r>
            <a:r>
              <a:rPr dirty="0" sz="3800" spc="70">
                <a:solidFill>
                  <a:srgbClr val="171D2B"/>
                </a:solidFill>
                <a:latin typeface="Times New Roman"/>
                <a:cs typeface="Times New Roman"/>
              </a:rPr>
              <a:t>y</a:t>
            </a:r>
            <a:r>
              <a:rPr dirty="0" sz="3800" spc="16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55">
                <a:solidFill>
                  <a:srgbClr val="171D2B"/>
                </a:solidFill>
                <a:latin typeface="Times New Roman"/>
                <a:cs typeface="Times New Roman"/>
              </a:rPr>
              <a:t>và</a:t>
            </a:r>
            <a:r>
              <a:rPr dirty="0" sz="3800" spc="145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71D2B"/>
                </a:solidFill>
                <a:latin typeface="Times New Roman"/>
                <a:cs typeface="Times New Roman"/>
              </a:rPr>
              <a:t>các</a:t>
            </a:r>
            <a:r>
              <a:rPr dirty="0" sz="3800" spc="90">
                <a:solidFill>
                  <a:srgbClr val="171D2B"/>
                </a:solidFill>
                <a:latin typeface="Times New Roman"/>
                <a:cs typeface="Times New Roman"/>
              </a:rPr>
              <a:t> </a:t>
            </a:r>
            <a:r>
              <a:rPr dirty="0" sz="3800" spc="85">
                <a:solidFill>
                  <a:srgbClr val="171D2B"/>
                </a:solidFill>
                <a:latin typeface="Times New Roman"/>
                <a:cs typeface="Times New Roman"/>
              </a:rPr>
              <a:t>b</a:t>
            </a:r>
            <a:r>
              <a:rPr dirty="0" sz="3800" spc="85">
                <a:solidFill>
                  <a:srgbClr val="171D2B"/>
                </a:solidFill>
                <a:latin typeface="Cambria"/>
                <a:cs typeface="Cambria"/>
              </a:rPr>
              <a:t>ạ</a:t>
            </a:r>
            <a:r>
              <a:rPr dirty="0" sz="3800" spc="85">
                <a:solidFill>
                  <a:srgbClr val="171D2B"/>
                </a:solidFill>
                <a:latin typeface="Times New Roman"/>
                <a:cs typeface="Times New Roman"/>
              </a:rPr>
              <a:t>n.</a:t>
            </a:r>
            <a:endParaRPr sz="3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2026-07-03T12:03:49Z</dcterms:created>
  <dcterms:modified xsi:type="dcterms:W3CDTF">2026-07-03T12:03:49Z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2026-07-02T00:00:00Z</vt:filetime>
  </property>
  <property fmtid="{D5CDD505-2E9C-101B-9397-08002B2CF9AE}" pid="3" name="LastSaved">
    <vt:filetime>2026-07-03T00:00:00Z</vt:filetime>
  </property>
  <property fmtid="{D5CDD505-2E9C-101B-9397-08002B2CF9AE}" pid="4" name="Producer">
    <vt:lpwstr>3-Heights(TM) PDF Security Shell 4.8.25.2 (http://www.pdf-tools.com)</vt:lpwstr>
  </property>
</Properties>
</file>